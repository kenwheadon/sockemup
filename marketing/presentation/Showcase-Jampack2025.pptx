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7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0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6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A10D1B-8FEA-401B-AB7E-DF1D49E36C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ABBDED6-9435-42F1-BFBC-C302F924AA00}">
      <dgm:prSet/>
      <dgm:spPr/>
      <dgm:t>
        <a:bodyPr/>
        <a:lstStyle/>
        <a:p>
          <a: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  <a:t>I’m a (mostly) solo game designer / developer who’s been making games for over 15 years.</a:t>
          </a:r>
          <a:endParaRPr lang="en-US" dirty="0">
            <a:latin typeface="Cascadia Mono" panose="020B0609020000020004" pitchFamily="49" charset="0"/>
            <a:cs typeface="Cascadia Mono" panose="020B0609020000020004" pitchFamily="49" charset="0"/>
          </a:endParaRPr>
        </a:p>
      </dgm:t>
    </dgm:pt>
    <dgm:pt modelId="{F4772EA1-079C-4092-B49B-F5EE189725D8}" type="parTrans" cxnId="{6B7D5D83-E867-4A26-A3BB-F2EC5EE751D1}">
      <dgm:prSet/>
      <dgm:spPr/>
      <dgm:t>
        <a:bodyPr/>
        <a:lstStyle/>
        <a:p>
          <a:endParaRPr lang="en-US"/>
        </a:p>
      </dgm:t>
    </dgm:pt>
    <dgm:pt modelId="{2CB6BB04-0E32-4996-9E7C-C9422419A6CB}" type="sibTrans" cxnId="{6B7D5D83-E867-4A26-A3BB-F2EC5EE751D1}">
      <dgm:prSet/>
      <dgm:spPr/>
      <dgm:t>
        <a:bodyPr/>
        <a:lstStyle/>
        <a:p>
          <a:endParaRPr lang="en-US"/>
        </a:p>
      </dgm:t>
    </dgm:pt>
    <dgm:pt modelId="{7A1E2049-C40C-4F25-A608-919B128E9798}">
      <dgm:prSet/>
      <dgm:spPr/>
      <dgm:t>
        <a:bodyPr/>
        <a:lstStyle/>
        <a:p>
          <a: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  <a:t>Games have been an obsession of mine since I was a quite young – playing lots of Sonic and </a:t>
          </a:r>
          <a:b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CA" dirty="0" err="1">
              <a:latin typeface="Cascadia Mono" panose="020B0609020000020004" pitchFamily="49" charset="0"/>
              <a:cs typeface="Cascadia Mono" panose="020B0609020000020004" pitchFamily="49" charset="0"/>
            </a:rPr>
            <a:t>Pokemon</a:t>
          </a:r>
          <a: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  <a:t> early on!</a:t>
          </a:r>
          <a:endParaRPr lang="en-US" dirty="0">
            <a:latin typeface="Cascadia Mono" panose="020B0609020000020004" pitchFamily="49" charset="0"/>
            <a:cs typeface="Cascadia Mono" panose="020B0609020000020004" pitchFamily="49" charset="0"/>
          </a:endParaRPr>
        </a:p>
      </dgm:t>
    </dgm:pt>
    <dgm:pt modelId="{5D6797B9-FC23-4B92-92ED-B0D1DD10E526}" type="parTrans" cxnId="{15BB3ED1-8854-48D1-8242-349D2C43DE1A}">
      <dgm:prSet/>
      <dgm:spPr/>
      <dgm:t>
        <a:bodyPr/>
        <a:lstStyle/>
        <a:p>
          <a:endParaRPr lang="en-US"/>
        </a:p>
      </dgm:t>
    </dgm:pt>
    <dgm:pt modelId="{89A585AC-6A67-4E80-8A13-0A6EDAC251ED}" type="sibTrans" cxnId="{15BB3ED1-8854-48D1-8242-349D2C43DE1A}">
      <dgm:prSet/>
      <dgm:spPr/>
      <dgm:t>
        <a:bodyPr/>
        <a:lstStyle/>
        <a:p>
          <a:endParaRPr lang="en-US"/>
        </a:p>
      </dgm:t>
    </dgm:pt>
    <dgm:pt modelId="{4F9F1125-2A86-4580-8696-68832ABBBA53}">
      <dgm:prSet/>
      <dgm:spPr/>
      <dgm:t>
        <a:bodyPr/>
        <a:lstStyle/>
        <a:p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Fun fact</a:t>
          </a:r>
          <a: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  <a:t>: I once made a clicker about </a:t>
          </a:r>
          <a:r>
            <a:rPr lang="en-CA" dirty="0" err="1">
              <a:latin typeface="Cascadia Mono" panose="020B0609020000020004" pitchFamily="49" charset="0"/>
              <a:cs typeface="Cascadia Mono" panose="020B0609020000020004" pitchFamily="49" charset="0"/>
            </a:rPr>
            <a:t>gangter</a:t>
          </a:r>
          <a: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  <a:t> frogs that made dumplings (the dumplings were </a:t>
          </a:r>
          <a:b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  <a:t>as tough as they are.)</a:t>
          </a:r>
          <a:endParaRPr lang="en-US" dirty="0">
            <a:latin typeface="Cascadia Mono" panose="020B0609020000020004" pitchFamily="49" charset="0"/>
            <a:cs typeface="Cascadia Mono" panose="020B0609020000020004" pitchFamily="49" charset="0"/>
          </a:endParaRPr>
        </a:p>
      </dgm:t>
    </dgm:pt>
    <dgm:pt modelId="{69870416-90B0-4B3C-9467-920BEFD804D7}" type="parTrans" cxnId="{80818529-DE9B-4D00-B879-990535C117B4}">
      <dgm:prSet/>
      <dgm:spPr/>
      <dgm:t>
        <a:bodyPr/>
        <a:lstStyle/>
        <a:p>
          <a:endParaRPr lang="en-US"/>
        </a:p>
      </dgm:t>
    </dgm:pt>
    <dgm:pt modelId="{ABA3556B-8E43-4088-9F47-FC17D5CF0DB6}" type="sibTrans" cxnId="{80818529-DE9B-4D00-B879-990535C117B4}">
      <dgm:prSet/>
      <dgm:spPr/>
      <dgm:t>
        <a:bodyPr/>
        <a:lstStyle/>
        <a:p>
          <a:endParaRPr lang="en-US"/>
        </a:p>
      </dgm:t>
    </dgm:pt>
    <dgm:pt modelId="{E4A3BAC3-3E39-4431-87CB-6DADF1E62EF7}">
      <dgm:prSet/>
      <dgm:spPr/>
      <dgm:t>
        <a:bodyPr/>
        <a:lstStyle/>
        <a:p>
          <a: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  <a:t>I love helping others and making a positive impact, another charity I help with is </a:t>
          </a:r>
          <a:b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  <a:t>Cats for Keeps – a local cat rescue. </a:t>
          </a:r>
          <a:endParaRPr lang="en-US" dirty="0">
            <a:latin typeface="Cascadia Mono" panose="020B0609020000020004" pitchFamily="49" charset="0"/>
            <a:cs typeface="Cascadia Mono" panose="020B0609020000020004" pitchFamily="49" charset="0"/>
          </a:endParaRPr>
        </a:p>
      </dgm:t>
    </dgm:pt>
    <dgm:pt modelId="{F24B933E-983A-4A78-9D3B-8F5A95541287}" type="parTrans" cxnId="{7DF479DD-DCA9-4C42-B4FC-9694B1C83174}">
      <dgm:prSet/>
      <dgm:spPr/>
      <dgm:t>
        <a:bodyPr/>
        <a:lstStyle/>
        <a:p>
          <a:endParaRPr lang="en-US"/>
        </a:p>
      </dgm:t>
    </dgm:pt>
    <dgm:pt modelId="{97AD011C-B9B1-4433-913F-53F358E0F53B}" type="sibTrans" cxnId="{7DF479DD-DCA9-4C42-B4FC-9694B1C83174}">
      <dgm:prSet/>
      <dgm:spPr/>
      <dgm:t>
        <a:bodyPr/>
        <a:lstStyle/>
        <a:p>
          <a:endParaRPr lang="en-US"/>
        </a:p>
      </dgm:t>
    </dgm:pt>
    <dgm:pt modelId="{743B5CD8-972A-4D60-9522-BF05A9564EDE}" type="pres">
      <dgm:prSet presAssocID="{B4A10D1B-8FEA-401B-AB7E-DF1D49E36C73}" presName="root" presStyleCnt="0">
        <dgm:presLayoutVars>
          <dgm:dir/>
          <dgm:resizeHandles val="exact"/>
        </dgm:presLayoutVars>
      </dgm:prSet>
      <dgm:spPr/>
    </dgm:pt>
    <dgm:pt modelId="{5BF4B7B4-489C-4645-9DB5-98E451438C7F}" type="pres">
      <dgm:prSet presAssocID="{8ABBDED6-9435-42F1-BFBC-C302F924AA00}" presName="compNode" presStyleCnt="0"/>
      <dgm:spPr/>
    </dgm:pt>
    <dgm:pt modelId="{6C56456B-4900-4CED-B08C-D876CAB0B088}" type="pres">
      <dgm:prSet presAssocID="{8ABBDED6-9435-42F1-BFBC-C302F924AA00}" presName="bgRect" presStyleLbl="bgShp" presStyleIdx="0" presStyleCnt="4"/>
      <dgm:spPr/>
    </dgm:pt>
    <dgm:pt modelId="{BDDB9E0F-FD57-4845-BB6A-8F33EA230974}" type="pres">
      <dgm:prSet presAssocID="{8ABBDED6-9435-42F1-BFBC-C302F924AA0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C6331D57-138D-40B7-B9E5-382BC16D2926}" type="pres">
      <dgm:prSet presAssocID="{8ABBDED6-9435-42F1-BFBC-C302F924AA00}" presName="spaceRect" presStyleCnt="0"/>
      <dgm:spPr/>
    </dgm:pt>
    <dgm:pt modelId="{4766ADCD-3A44-431C-B93A-C9DF720D5CE5}" type="pres">
      <dgm:prSet presAssocID="{8ABBDED6-9435-42F1-BFBC-C302F924AA00}" presName="parTx" presStyleLbl="revTx" presStyleIdx="0" presStyleCnt="4">
        <dgm:presLayoutVars>
          <dgm:chMax val="0"/>
          <dgm:chPref val="0"/>
        </dgm:presLayoutVars>
      </dgm:prSet>
      <dgm:spPr/>
    </dgm:pt>
    <dgm:pt modelId="{BF9A39C3-71C4-4F2C-B65F-B04F8C85BCD9}" type="pres">
      <dgm:prSet presAssocID="{2CB6BB04-0E32-4996-9E7C-C9422419A6CB}" presName="sibTrans" presStyleCnt="0"/>
      <dgm:spPr/>
    </dgm:pt>
    <dgm:pt modelId="{43C0F43E-5B32-46B4-AFDA-214B81701F1A}" type="pres">
      <dgm:prSet presAssocID="{7A1E2049-C40C-4F25-A608-919B128E9798}" presName="compNode" presStyleCnt="0"/>
      <dgm:spPr/>
    </dgm:pt>
    <dgm:pt modelId="{12E779B4-B254-4BA9-B916-BB5EB704D642}" type="pres">
      <dgm:prSet presAssocID="{7A1E2049-C40C-4F25-A608-919B128E9798}" presName="bgRect" presStyleLbl="bgShp" presStyleIdx="1" presStyleCnt="4"/>
      <dgm:spPr/>
    </dgm:pt>
    <dgm:pt modelId="{55B6937D-FFF0-4088-9FD1-D85222E4ECF5}" type="pres">
      <dgm:prSet presAssocID="{7A1E2049-C40C-4F25-A608-919B128E979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088FF929-5B83-4D1E-AF96-A3EBC2B13A21}" type="pres">
      <dgm:prSet presAssocID="{7A1E2049-C40C-4F25-A608-919B128E9798}" presName="spaceRect" presStyleCnt="0"/>
      <dgm:spPr/>
    </dgm:pt>
    <dgm:pt modelId="{A38F015B-9D2D-484F-8BD8-4BE038996313}" type="pres">
      <dgm:prSet presAssocID="{7A1E2049-C40C-4F25-A608-919B128E9798}" presName="parTx" presStyleLbl="revTx" presStyleIdx="1" presStyleCnt="4">
        <dgm:presLayoutVars>
          <dgm:chMax val="0"/>
          <dgm:chPref val="0"/>
        </dgm:presLayoutVars>
      </dgm:prSet>
      <dgm:spPr/>
    </dgm:pt>
    <dgm:pt modelId="{2294E500-568B-496C-B957-B23E0CB5E5DC}" type="pres">
      <dgm:prSet presAssocID="{89A585AC-6A67-4E80-8A13-0A6EDAC251ED}" presName="sibTrans" presStyleCnt="0"/>
      <dgm:spPr/>
    </dgm:pt>
    <dgm:pt modelId="{3E88228F-4D03-4D46-A8D9-1EF5C9D4EF6A}" type="pres">
      <dgm:prSet presAssocID="{4F9F1125-2A86-4580-8696-68832ABBBA53}" presName="compNode" presStyleCnt="0"/>
      <dgm:spPr/>
    </dgm:pt>
    <dgm:pt modelId="{25CBACEA-305E-4CE8-BB35-450FB5C82ED4}" type="pres">
      <dgm:prSet presAssocID="{4F9F1125-2A86-4580-8696-68832ABBBA53}" presName="bgRect" presStyleLbl="bgShp" presStyleIdx="2" presStyleCnt="4"/>
      <dgm:spPr/>
    </dgm:pt>
    <dgm:pt modelId="{C2E929E7-ECA5-4374-914B-363A2D4B3151}" type="pres">
      <dgm:prSet presAssocID="{4F9F1125-2A86-4580-8696-68832ABBBA53}" presName="iconRect" presStyleLbl="node1" presStyleIdx="2" presStyleCnt="4" custFlipVert="1" custFlipHor="1" custScaleX="26700" custScaleY="38389"/>
      <dgm:spPr>
        <a:ln>
          <a:noFill/>
        </a:ln>
      </dgm:spPr>
    </dgm:pt>
    <dgm:pt modelId="{863D96E6-27C6-4BCA-BE29-028913D9850C}" type="pres">
      <dgm:prSet presAssocID="{4F9F1125-2A86-4580-8696-68832ABBBA53}" presName="spaceRect" presStyleCnt="0"/>
      <dgm:spPr/>
    </dgm:pt>
    <dgm:pt modelId="{5BA3D05F-6FD6-48BA-8F34-5107EF8668AA}" type="pres">
      <dgm:prSet presAssocID="{4F9F1125-2A86-4580-8696-68832ABBBA53}" presName="parTx" presStyleLbl="revTx" presStyleIdx="2" presStyleCnt="4">
        <dgm:presLayoutVars>
          <dgm:chMax val="0"/>
          <dgm:chPref val="0"/>
        </dgm:presLayoutVars>
      </dgm:prSet>
      <dgm:spPr/>
    </dgm:pt>
    <dgm:pt modelId="{6F6F8B90-70C9-463B-9EA8-79F8485CC1B9}" type="pres">
      <dgm:prSet presAssocID="{ABA3556B-8E43-4088-9F47-FC17D5CF0DB6}" presName="sibTrans" presStyleCnt="0"/>
      <dgm:spPr/>
    </dgm:pt>
    <dgm:pt modelId="{039F3C33-D235-4178-BA48-D33F8F2B8F16}" type="pres">
      <dgm:prSet presAssocID="{E4A3BAC3-3E39-4431-87CB-6DADF1E62EF7}" presName="compNode" presStyleCnt="0"/>
      <dgm:spPr/>
    </dgm:pt>
    <dgm:pt modelId="{3538185E-39B9-4EEC-9E0C-DE5B83AE69A1}" type="pres">
      <dgm:prSet presAssocID="{E4A3BAC3-3E39-4431-87CB-6DADF1E62EF7}" presName="bgRect" presStyleLbl="bgShp" presStyleIdx="3" presStyleCnt="4"/>
      <dgm:spPr/>
    </dgm:pt>
    <dgm:pt modelId="{90E18521-8982-4DDA-B684-ACFEDDDD9DB5}" type="pres">
      <dgm:prSet presAssocID="{E4A3BAC3-3E39-4431-87CB-6DADF1E62EF7}" presName="iconRect" presStyleLbl="node1" presStyleIdx="3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09FF35C4-6FB6-49BD-BCB0-79FC38B453FB}" type="pres">
      <dgm:prSet presAssocID="{E4A3BAC3-3E39-4431-87CB-6DADF1E62EF7}" presName="spaceRect" presStyleCnt="0"/>
      <dgm:spPr/>
    </dgm:pt>
    <dgm:pt modelId="{B7B97EAB-85C9-4364-9B10-B0DF9CF6B0F4}" type="pres">
      <dgm:prSet presAssocID="{E4A3BAC3-3E39-4431-87CB-6DADF1E62EF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6C97E24-929C-4968-9F4D-5D3C5A7D9A52}" type="presOf" srcId="{7A1E2049-C40C-4F25-A608-919B128E9798}" destId="{A38F015B-9D2D-484F-8BD8-4BE038996313}" srcOrd="0" destOrd="0" presId="urn:microsoft.com/office/officeart/2018/2/layout/IconVerticalSolidList"/>
    <dgm:cxn modelId="{80818529-DE9B-4D00-B879-990535C117B4}" srcId="{B4A10D1B-8FEA-401B-AB7E-DF1D49E36C73}" destId="{4F9F1125-2A86-4580-8696-68832ABBBA53}" srcOrd="2" destOrd="0" parTransId="{69870416-90B0-4B3C-9467-920BEFD804D7}" sibTransId="{ABA3556B-8E43-4088-9F47-FC17D5CF0DB6}"/>
    <dgm:cxn modelId="{52D3552F-1FD0-42A6-BBF0-CA4CB9232CD8}" type="presOf" srcId="{8ABBDED6-9435-42F1-BFBC-C302F924AA00}" destId="{4766ADCD-3A44-431C-B93A-C9DF720D5CE5}" srcOrd="0" destOrd="0" presId="urn:microsoft.com/office/officeart/2018/2/layout/IconVerticalSolidList"/>
    <dgm:cxn modelId="{705AE850-A1B8-4DFF-A40C-2ACC5F9606A1}" type="presOf" srcId="{B4A10D1B-8FEA-401B-AB7E-DF1D49E36C73}" destId="{743B5CD8-972A-4D60-9522-BF05A9564EDE}" srcOrd="0" destOrd="0" presId="urn:microsoft.com/office/officeart/2018/2/layout/IconVerticalSolidList"/>
    <dgm:cxn modelId="{6B7D5D83-E867-4A26-A3BB-F2EC5EE751D1}" srcId="{B4A10D1B-8FEA-401B-AB7E-DF1D49E36C73}" destId="{8ABBDED6-9435-42F1-BFBC-C302F924AA00}" srcOrd="0" destOrd="0" parTransId="{F4772EA1-079C-4092-B49B-F5EE189725D8}" sibTransId="{2CB6BB04-0E32-4996-9E7C-C9422419A6CB}"/>
    <dgm:cxn modelId="{19846A92-5557-47E5-B74B-C13D86FCCF60}" type="presOf" srcId="{E4A3BAC3-3E39-4431-87CB-6DADF1E62EF7}" destId="{B7B97EAB-85C9-4364-9B10-B0DF9CF6B0F4}" srcOrd="0" destOrd="0" presId="urn:microsoft.com/office/officeart/2018/2/layout/IconVerticalSolidList"/>
    <dgm:cxn modelId="{9D1E31C7-ECAF-46E2-874D-949183FECFB6}" type="presOf" srcId="{4F9F1125-2A86-4580-8696-68832ABBBA53}" destId="{5BA3D05F-6FD6-48BA-8F34-5107EF8668AA}" srcOrd="0" destOrd="0" presId="urn:microsoft.com/office/officeart/2018/2/layout/IconVerticalSolidList"/>
    <dgm:cxn modelId="{15BB3ED1-8854-48D1-8242-349D2C43DE1A}" srcId="{B4A10D1B-8FEA-401B-AB7E-DF1D49E36C73}" destId="{7A1E2049-C40C-4F25-A608-919B128E9798}" srcOrd="1" destOrd="0" parTransId="{5D6797B9-FC23-4B92-92ED-B0D1DD10E526}" sibTransId="{89A585AC-6A67-4E80-8A13-0A6EDAC251ED}"/>
    <dgm:cxn modelId="{7DF479DD-DCA9-4C42-B4FC-9694B1C83174}" srcId="{B4A10D1B-8FEA-401B-AB7E-DF1D49E36C73}" destId="{E4A3BAC3-3E39-4431-87CB-6DADF1E62EF7}" srcOrd="3" destOrd="0" parTransId="{F24B933E-983A-4A78-9D3B-8F5A95541287}" sibTransId="{97AD011C-B9B1-4433-913F-53F358E0F53B}"/>
    <dgm:cxn modelId="{FD75E4B2-AB71-4C40-BC1B-04A3171B8B34}" type="presParOf" srcId="{743B5CD8-972A-4D60-9522-BF05A9564EDE}" destId="{5BF4B7B4-489C-4645-9DB5-98E451438C7F}" srcOrd="0" destOrd="0" presId="urn:microsoft.com/office/officeart/2018/2/layout/IconVerticalSolidList"/>
    <dgm:cxn modelId="{BCA5D9E7-ECC4-4D63-8E0D-301D220054CB}" type="presParOf" srcId="{5BF4B7B4-489C-4645-9DB5-98E451438C7F}" destId="{6C56456B-4900-4CED-B08C-D876CAB0B088}" srcOrd="0" destOrd="0" presId="urn:microsoft.com/office/officeart/2018/2/layout/IconVerticalSolidList"/>
    <dgm:cxn modelId="{1520110B-96E3-423F-A079-E4B05E32BA29}" type="presParOf" srcId="{5BF4B7B4-489C-4645-9DB5-98E451438C7F}" destId="{BDDB9E0F-FD57-4845-BB6A-8F33EA230974}" srcOrd="1" destOrd="0" presId="urn:microsoft.com/office/officeart/2018/2/layout/IconVerticalSolidList"/>
    <dgm:cxn modelId="{88AEC38D-5348-4AD8-9306-C591EA63EDDA}" type="presParOf" srcId="{5BF4B7B4-489C-4645-9DB5-98E451438C7F}" destId="{C6331D57-138D-40B7-B9E5-382BC16D2926}" srcOrd="2" destOrd="0" presId="urn:microsoft.com/office/officeart/2018/2/layout/IconVerticalSolidList"/>
    <dgm:cxn modelId="{775F190C-BD41-4243-BFAC-83FAACE1BF3E}" type="presParOf" srcId="{5BF4B7B4-489C-4645-9DB5-98E451438C7F}" destId="{4766ADCD-3A44-431C-B93A-C9DF720D5CE5}" srcOrd="3" destOrd="0" presId="urn:microsoft.com/office/officeart/2018/2/layout/IconVerticalSolidList"/>
    <dgm:cxn modelId="{F1A35501-B2B5-49D3-98A8-3589DA43367F}" type="presParOf" srcId="{743B5CD8-972A-4D60-9522-BF05A9564EDE}" destId="{BF9A39C3-71C4-4F2C-B65F-B04F8C85BCD9}" srcOrd="1" destOrd="0" presId="urn:microsoft.com/office/officeart/2018/2/layout/IconVerticalSolidList"/>
    <dgm:cxn modelId="{FF9A2C74-CD47-4746-B2B4-058BDFFFFC70}" type="presParOf" srcId="{743B5CD8-972A-4D60-9522-BF05A9564EDE}" destId="{43C0F43E-5B32-46B4-AFDA-214B81701F1A}" srcOrd="2" destOrd="0" presId="urn:microsoft.com/office/officeart/2018/2/layout/IconVerticalSolidList"/>
    <dgm:cxn modelId="{EDAA2BC8-0236-4819-A731-D71C95FDC7C5}" type="presParOf" srcId="{43C0F43E-5B32-46B4-AFDA-214B81701F1A}" destId="{12E779B4-B254-4BA9-B916-BB5EB704D642}" srcOrd="0" destOrd="0" presId="urn:microsoft.com/office/officeart/2018/2/layout/IconVerticalSolidList"/>
    <dgm:cxn modelId="{A312B8D4-7AAB-4E67-88C1-33D157551C79}" type="presParOf" srcId="{43C0F43E-5B32-46B4-AFDA-214B81701F1A}" destId="{55B6937D-FFF0-4088-9FD1-D85222E4ECF5}" srcOrd="1" destOrd="0" presId="urn:microsoft.com/office/officeart/2018/2/layout/IconVerticalSolidList"/>
    <dgm:cxn modelId="{BB03133D-86C6-42B1-BCAA-B0C940762EAE}" type="presParOf" srcId="{43C0F43E-5B32-46B4-AFDA-214B81701F1A}" destId="{088FF929-5B83-4D1E-AF96-A3EBC2B13A21}" srcOrd="2" destOrd="0" presId="urn:microsoft.com/office/officeart/2018/2/layout/IconVerticalSolidList"/>
    <dgm:cxn modelId="{E7C205A6-4ABD-49E7-B9FF-08EC4E463408}" type="presParOf" srcId="{43C0F43E-5B32-46B4-AFDA-214B81701F1A}" destId="{A38F015B-9D2D-484F-8BD8-4BE038996313}" srcOrd="3" destOrd="0" presId="urn:microsoft.com/office/officeart/2018/2/layout/IconVerticalSolidList"/>
    <dgm:cxn modelId="{30B44C87-A478-4ED6-BCCC-A49AE4555C33}" type="presParOf" srcId="{743B5CD8-972A-4D60-9522-BF05A9564EDE}" destId="{2294E500-568B-496C-B957-B23E0CB5E5DC}" srcOrd="3" destOrd="0" presId="urn:microsoft.com/office/officeart/2018/2/layout/IconVerticalSolidList"/>
    <dgm:cxn modelId="{B2797725-DFB5-4219-A0B0-4E12A3531E07}" type="presParOf" srcId="{743B5CD8-972A-4D60-9522-BF05A9564EDE}" destId="{3E88228F-4D03-4D46-A8D9-1EF5C9D4EF6A}" srcOrd="4" destOrd="0" presId="urn:microsoft.com/office/officeart/2018/2/layout/IconVerticalSolidList"/>
    <dgm:cxn modelId="{097F0AC4-AE48-47B2-963B-1430CF0D0A22}" type="presParOf" srcId="{3E88228F-4D03-4D46-A8D9-1EF5C9D4EF6A}" destId="{25CBACEA-305E-4CE8-BB35-450FB5C82ED4}" srcOrd="0" destOrd="0" presId="urn:microsoft.com/office/officeart/2018/2/layout/IconVerticalSolidList"/>
    <dgm:cxn modelId="{4DA585B4-D19A-4B0E-B45B-D565145A484E}" type="presParOf" srcId="{3E88228F-4D03-4D46-A8D9-1EF5C9D4EF6A}" destId="{C2E929E7-ECA5-4374-914B-363A2D4B3151}" srcOrd="1" destOrd="0" presId="urn:microsoft.com/office/officeart/2018/2/layout/IconVerticalSolidList"/>
    <dgm:cxn modelId="{866379F5-3720-4F68-8055-FCFAE6453EC3}" type="presParOf" srcId="{3E88228F-4D03-4D46-A8D9-1EF5C9D4EF6A}" destId="{863D96E6-27C6-4BCA-BE29-028913D9850C}" srcOrd="2" destOrd="0" presId="urn:microsoft.com/office/officeart/2018/2/layout/IconVerticalSolidList"/>
    <dgm:cxn modelId="{2EB097A4-7367-424F-8959-57A26C758CBA}" type="presParOf" srcId="{3E88228F-4D03-4D46-A8D9-1EF5C9D4EF6A}" destId="{5BA3D05F-6FD6-48BA-8F34-5107EF8668AA}" srcOrd="3" destOrd="0" presId="urn:microsoft.com/office/officeart/2018/2/layout/IconVerticalSolidList"/>
    <dgm:cxn modelId="{5A8D6E8A-0F37-4501-86A0-AF11029CA424}" type="presParOf" srcId="{743B5CD8-972A-4D60-9522-BF05A9564EDE}" destId="{6F6F8B90-70C9-463B-9EA8-79F8485CC1B9}" srcOrd="5" destOrd="0" presId="urn:microsoft.com/office/officeart/2018/2/layout/IconVerticalSolidList"/>
    <dgm:cxn modelId="{612E89AA-8DC0-442E-8907-4F679E3D3856}" type="presParOf" srcId="{743B5CD8-972A-4D60-9522-BF05A9564EDE}" destId="{039F3C33-D235-4178-BA48-D33F8F2B8F16}" srcOrd="6" destOrd="0" presId="urn:microsoft.com/office/officeart/2018/2/layout/IconVerticalSolidList"/>
    <dgm:cxn modelId="{8F60FB77-0021-4FBD-937A-8A043A15B280}" type="presParOf" srcId="{039F3C33-D235-4178-BA48-D33F8F2B8F16}" destId="{3538185E-39B9-4EEC-9E0C-DE5B83AE69A1}" srcOrd="0" destOrd="0" presId="urn:microsoft.com/office/officeart/2018/2/layout/IconVerticalSolidList"/>
    <dgm:cxn modelId="{F1C98E33-8872-447C-B978-F24942E87920}" type="presParOf" srcId="{039F3C33-D235-4178-BA48-D33F8F2B8F16}" destId="{90E18521-8982-4DDA-B684-ACFEDDDD9DB5}" srcOrd="1" destOrd="0" presId="urn:microsoft.com/office/officeart/2018/2/layout/IconVerticalSolidList"/>
    <dgm:cxn modelId="{BEE0C448-5FDC-44AE-9D9B-40D865B52E80}" type="presParOf" srcId="{039F3C33-D235-4178-BA48-D33F8F2B8F16}" destId="{09FF35C4-6FB6-49BD-BCB0-79FC38B453FB}" srcOrd="2" destOrd="0" presId="urn:microsoft.com/office/officeart/2018/2/layout/IconVerticalSolidList"/>
    <dgm:cxn modelId="{BC0C12D3-2AAF-4640-A554-D7D707ADE6D1}" type="presParOf" srcId="{039F3C33-D235-4178-BA48-D33F8F2B8F16}" destId="{B7B97EAB-85C9-4364-9B10-B0DF9CF6B0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702EA4-B91F-4F11-AAC4-DC42DEF6CCE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8A8B59F-E2AA-41BF-8DCB-C041FA9B0B33}">
      <dgm:prSet custT="1"/>
      <dgm:spPr/>
      <dgm:t>
        <a:bodyPr/>
        <a:lstStyle/>
        <a:p>
          <a:r>
            <a:rPr lang="en-US" sz="2000" dirty="0">
              <a:latin typeface="Cascadia Mono" panose="020B0609020000020004" pitchFamily="49" charset="0"/>
              <a:cs typeface="Cascadia Mono" panose="020B0609020000020004" pitchFamily="49" charset="0"/>
            </a:rPr>
            <a:t>Match pairs and YEET those stinky orbs at your landlady to pay rent.</a:t>
          </a:r>
        </a:p>
      </dgm:t>
    </dgm:pt>
    <dgm:pt modelId="{9D977257-E895-47F7-BAE9-F48B7BC673E2}" type="parTrans" cxnId="{BEB39853-F293-40E6-B9BB-2AFA2CA60AEA}">
      <dgm:prSet/>
      <dgm:spPr/>
      <dgm:t>
        <a:bodyPr/>
        <a:lstStyle/>
        <a:p>
          <a:endParaRPr lang="en-US"/>
        </a:p>
      </dgm:t>
    </dgm:pt>
    <dgm:pt modelId="{0831C9C2-B6A7-4182-B0A0-977A152D1E6A}" type="sibTrans" cxnId="{BEB39853-F293-40E6-B9BB-2AFA2CA60AEA}">
      <dgm:prSet/>
      <dgm:spPr/>
      <dgm:t>
        <a:bodyPr/>
        <a:lstStyle/>
        <a:p>
          <a:endParaRPr lang="en-US"/>
        </a:p>
      </dgm:t>
    </dgm:pt>
    <dgm:pt modelId="{DB574DDC-E08D-4B49-8B00-E6657D986AE7}">
      <dgm:prSet custT="1"/>
      <dgm:spPr/>
      <dgm:t>
        <a:bodyPr/>
        <a:lstStyle/>
        <a:p>
          <a:r>
            <a:rPr lang="en-CA" sz="2000" dirty="0">
              <a:latin typeface="Cascadia Mono" panose="020B0609020000020004" pitchFamily="49" charset="0"/>
              <a:cs typeface="Cascadia Mono" panose="020B0609020000020004" pitchFamily="49" charset="0"/>
            </a:rPr>
            <a:t>Target audience: </a:t>
          </a:r>
          <a:br>
            <a:rPr lang="en-CA" sz="20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CA" sz="2000" dirty="0">
              <a:latin typeface="Cascadia Mono" panose="020B0609020000020004" pitchFamily="49" charset="0"/>
              <a:cs typeface="Cascadia Mono" panose="020B0609020000020004" pitchFamily="49" charset="0"/>
            </a:rPr>
            <a:t>Kids from 6-16.</a:t>
          </a:r>
          <a:endParaRPr lang="en-US" sz="2000" dirty="0">
            <a:latin typeface="Cascadia Mono" panose="020B0609020000020004" pitchFamily="49" charset="0"/>
            <a:cs typeface="Cascadia Mono" panose="020B0609020000020004" pitchFamily="49" charset="0"/>
          </a:endParaRPr>
        </a:p>
      </dgm:t>
    </dgm:pt>
    <dgm:pt modelId="{ED76CBDF-DB2D-4897-A14D-16B2AA78309F}" type="parTrans" cxnId="{982CB2D7-F324-4C0E-9E9E-6B6B568A42F0}">
      <dgm:prSet/>
      <dgm:spPr/>
      <dgm:t>
        <a:bodyPr/>
        <a:lstStyle/>
        <a:p>
          <a:endParaRPr lang="en-US"/>
        </a:p>
      </dgm:t>
    </dgm:pt>
    <dgm:pt modelId="{3E39A875-FA90-4B8D-90B0-7EC9C62864A6}" type="sibTrans" cxnId="{982CB2D7-F324-4C0E-9E9E-6B6B568A42F0}">
      <dgm:prSet/>
      <dgm:spPr/>
      <dgm:t>
        <a:bodyPr/>
        <a:lstStyle/>
        <a:p>
          <a:endParaRPr lang="en-US"/>
        </a:p>
      </dgm:t>
    </dgm:pt>
    <dgm:pt modelId="{40E79461-B9F8-46B5-8F67-1327C4982AEC}">
      <dgm:prSet custT="1"/>
      <dgm:spPr/>
      <dgm:t>
        <a:bodyPr/>
        <a:lstStyle/>
        <a:p>
          <a:r>
            <a:rPr lang="en-CA" sz="2000" dirty="0">
              <a:latin typeface="Cascadia Mono" panose="020B0609020000020004" pitchFamily="49" charset="0"/>
              <a:cs typeface="Cascadia Mono" panose="020B0609020000020004" pitchFamily="49" charset="0"/>
            </a:rPr>
            <a:t>Supports:</a:t>
          </a:r>
          <a:br>
            <a:rPr lang="en-CA" sz="20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CA" sz="2000" dirty="0">
              <a:latin typeface="Cascadia Mono" panose="020B0609020000020004" pitchFamily="49" charset="0"/>
              <a:cs typeface="Cascadia Mono" panose="020B0609020000020004" pitchFamily="49" charset="0"/>
            </a:rPr>
            <a:t>Mouse, keyboard, touchscreen and controller!</a:t>
          </a:r>
          <a:endParaRPr lang="en-US" sz="2000" dirty="0">
            <a:latin typeface="Cascadia Mono" panose="020B0609020000020004" pitchFamily="49" charset="0"/>
            <a:cs typeface="Cascadia Mono" panose="020B0609020000020004" pitchFamily="49" charset="0"/>
          </a:endParaRPr>
        </a:p>
      </dgm:t>
    </dgm:pt>
    <dgm:pt modelId="{C415D9A3-7197-4A50-AB39-4CADB37E893B}" type="parTrans" cxnId="{D382E4A8-9FE1-44BD-B040-571C7549CDC6}">
      <dgm:prSet/>
      <dgm:spPr/>
      <dgm:t>
        <a:bodyPr/>
        <a:lstStyle/>
        <a:p>
          <a:endParaRPr lang="en-US"/>
        </a:p>
      </dgm:t>
    </dgm:pt>
    <dgm:pt modelId="{A434E034-3D83-4F7C-9973-922E58D0805D}" type="sibTrans" cxnId="{D382E4A8-9FE1-44BD-B040-571C7549CDC6}">
      <dgm:prSet/>
      <dgm:spPr/>
      <dgm:t>
        <a:bodyPr/>
        <a:lstStyle/>
        <a:p>
          <a:endParaRPr lang="en-US"/>
        </a:p>
      </dgm:t>
    </dgm:pt>
    <dgm:pt modelId="{C8C6CB88-492D-479C-AFF6-ECBF1BB0ACDB}">
      <dgm:prSet custT="1"/>
      <dgm:spPr/>
      <dgm:t>
        <a:bodyPr/>
        <a:lstStyle/>
        <a:p>
          <a:r>
            <a:rPr lang="en-US" sz="2000" dirty="0">
              <a:latin typeface="Cascadia Mono" panose="020B0609020000020004" pitchFamily="49" charset="0"/>
              <a:cs typeface="Cascadia Mono" panose="020B0609020000020004" pitchFamily="49" charset="0"/>
            </a:rPr>
            <a:t>Instantly friendly with inviting colors, animations, humor, and a gentle challenge</a:t>
          </a:r>
        </a:p>
      </dgm:t>
    </dgm:pt>
    <dgm:pt modelId="{8D34270A-747F-42B3-A00D-374DDED4C876}" type="parTrans" cxnId="{40FCDD97-79EE-4211-A94A-B91A90EDAB84}">
      <dgm:prSet/>
      <dgm:spPr/>
      <dgm:t>
        <a:bodyPr/>
        <a:lstStyle/>
        <a:p>
          <a:endParaRPr lang="en-US"/>
        </a:p>
      </dgm:t>
    </dgm:pt>
    <dgm:pt modelId="{1A7AA60A-70CA-4D6C-BB20-E66927BE1502}" type="sibTrans" cxnId="{40FCDD97-79EE-4211-A94A-B91A90EDAB84}">
      <dgm:prSet/>
      <dgm:spPr/>
      <dgm:t>
        <a:bodyPr/>
        <a:lstStyle/>
        <a:p>
          <a:endParaRPr lang="en-US"/>
        </a:p>
      </dgm:t>
    </dgm:pt>
    <dgm:pt modelId="{A8968829-564E-448F-B8FB-475983704265}" type="pres">
      <dgm:prSet presAssocID="{80702EA4-B91F-4F11-AAC4-DC42DEF6CCE5}" presName="diagram" presStyleCnt="0">
        <dgm:presLayoutVars>
          <dgm:dir/>
          <dgm:resizeHandles val="exact"/>
        </dgm:presLayoutVars>
      </dgm:prSet>
      <dgm:spPr/>
    </dgm:pt>
    <dgm:pt modelId="{E5A90BDA-9AB1-420E-9095-26C411651B3A}" type="pres">
      <dgm:prSet presAssocID="{18A8B59F-E2AA-41BF-8DCB-C041FA9B0B33}" presName="node" presStyleLbl="node1" presStyleIdx="0" presStyleCnt="4">
        <dgm:presLayoutVars>
          <dgm:bulletEnabled val="1"/>
        </dgm:presLayoutVars>
      </dgm:prSet>
      <dgm:spPr/>
    </dgm:pt>
    <dgm:pt modelId="{68229EF6-0F0F-4D05-A242-BC1DB73116D3}" type="pres">
      <dgm:prSet presAssocID="{0831C9C2-B6A7-4182-B0A0-977A152D1E6A}" presName="sibTrans" presStyleCnt="0"/>
      <dgm:spPr/>
    </dgm:pt>
    <dgm:pt modelId="{A6958FB0-DF7B-40BA-9195-EB630C8F02F2}" type="pres">
      <dgm:prSet presAssocID="{DB574DDC-E08D-4B49-8B00-E6657D986AE7}" presName="node" presStyleLbl="node1" presStyleIdx="1" presStyleCnt="4">
        <dgm:presLayoutVars>
          <dgm:bulletEnabled val="1"/>
        </dgm:presLayoutVars>
      </dgm:prSet>
      <dgm:spPr/>
    </dgm:pt>
    <dgm:pt modelId="{C5518918-01DC-4231-A190-590CB39BA118}" type="pres">
      <dgm:prSet presAssocID="{3E39A875-FA90-4B8D-90B0-7EC9C62864A6}" presName="sibTrans" presStyleCnt="0"/>
      <dgm:spPr/>
    </dgm:pt>
    <dgm:pt modelId="{621D3612-6423-4B40-B13F-771890274258}" type="pres">
      <dgm:prSet presAssocID="{40E79461-B9F8-46B5-8F67-1327C4982AEC}" presName="node" presStyleLbl="node1" presStyleIdx="2" presStyleCnt="4">
        <dgm:presLayoutVars>
          <dgm:bulletEnabled val="1"/>
        </dgm:presLayoutVars>
      </dgm:prSet>
      <dgm:spPr/>
    </dgm:pt>
    <dgm:pt modelId="{2DA79144-8596-445C-95D0-258B7D960812}" type="pres">
      <dgm:prSet presAssocID="{A434E034-3D83-4F7C-9973-922E58D0805D}" presName="sibTrans" presStyleCnt="0"/>
      <dgm:spPr/>
    </dgm:pt>
    <dgm:pt modelId="{5DD30E74-67C7-4086-A596-EAB12F1326C8}" type="pres">
      <dgm:prSet presAssocID="{C8C6CB88-492D-479C-AFF6-ECBF1BB0ACDB}" presName="node" presStyleLbl="node1" presStyleIdx="3" presStyleCnt="4">
        <dgm:presLayoutVars>
          <dgm:bulletEnabled val="1"/>
        </dgm:presLayoutVars>
      </dgm:prSet>
      <dgm:spPr/>
    </dgm:pt>
  </dgm:ptLst>
  <dgm:cxnLst>
    <dgm:cxn modelId="{4C47350D-3938-484D-8064-D8FC9F11F33A}" type="presOf" srcId="{18A8B59F-E2AA-41BF-8DCB-C041FA9B0B33}" destId="{E5A90BDA-9AB1-420E-9095-26C411651B3A}" srcOrd="0" destOrd="0" presId="urn:microsoft.com/office/officeart/2005/8/layout/default"/>
    <dgm:cxn modelId="{74218C5E-61EB-4746-9C04-10A53735E1F5}" type="presOf" srcId="{40E79461-B9F8-46B5-8F67-1327C4982AEC}" destId="{621D3612-6423-4B40-B13F-771890274258}" srcOrd="0" destOrd="0" presId="urn:microsoft.com/office/officeart/2005/8/layout/default"/>
    <dgm:cxn modelId="{BEB39853-F293-40E6-B9BB-2AFA2CA60AEA}" srcId="{80702EA4-B91F-4F11-AAC4-DC42DEF6CCE5}" destId="{18A8B59F-E2AA-41BF-8DCB-C041FA9B0B33}" srcOrd="0" destOrd="0" parTransId="{9D977257-E895-47F7-BAE9-F48B7BC673E2}" sibTransId="{0831C9C2-B6A7-4182-B0A0-977A152D1E6A}"/>
    <dgm:cxn modelId="{84A9327F-06A1-425E-A4B3-FAD1E4CDB568}" type="presOf" srcId="{80702EA4-B91F-4F11-AAC4-DC42DEF6CCE5}" destId="{A8968829-564E-448F-B8FB-475983704265}" srcOrd="0" destOrd="0" presId="urn:microsoft.com/office/officeart/2005/8/layout/default"/>
    <dgm:cxn modelId="{31068E90-9FF2-4912-A638-BECEF507F094}" type="presOf" srcId="{C8C6CB88-492D-479C-AFF6-ECBF1BB0ACDB}" destId="{5DD30E74-67C7-4086-A596-EAB12F1326C8}" srcOrd="0" destOrd="0" presId="urn:microsoft.com/office/officeart/2005/8/layout/default"/>
    <dgm:cxn modelId="{40FCDD97-79EE-4211-A94A-B91A90EDAB84}" srcId="{80702EA4-B91F-4F11-AAC4-DC42DEF6CCE5}" destId="{C8C6CB88-492D-479C-AFF6-ECBF1BB0ACDB}" srcOrd="3" destOrd="0" parTransId="{8D34270A-747F-42B3-A00D-374DDED4C876}" sibTransId="{1A7AA60A-70CA-4D6C-BB20-E66927BE1502}"/>
    <dgm:cxn modelId="{D382E4A8-9FE1-44BD-B040-571C7549CDC6}" srcId="{80702EA4-B91F-4F11-AAC4-DC42DEF6CCE5}" destId="{40E79461-B9F8-46B5-8F67-1327C4982AEC}" srcOrd="2" destOrd="0" parTransId="{C415D9A3-7197-4A50-AB39-4CADB37E893B}" sibTransId="{A434E034-3D83-4F7C-9973-922E58D0805D}"/>
    <dgm:cxn modelId="{982CB2D7-F324-4C0E-9E9E-6B6B568A42F0}" srcId="{80702EA4-B91F-4F11-AAC4-DC42DEF6CCE5}" destId="{DB574DDC-E08D-4B49-8B00-E6657D986AE7}" srcOrd="1" destOrd="0" parTransId="{ED76CBDF-DB2D-4897-A14D-16B2AA78309F}" sibTransId="{3E39A875-FA90-4B8D-90B0-7EC9C62864A6}"/>
    <dgm:cxn modelId="{1EF91AE6-F976-47B4-982B-8818F15D9D99}" type="presOf" srcId="{DB574DDC-E08D-4B49-8B00-E6657D986AE7}" destId="{A6958FB0-DF7B-40BA-9195-EB630C8F02F2}" srcOrd="0" destOrd="0" presId="urn:microsoft.com/office/officeart/2005/8/layout/default"/>
    <dgm:cxn modelId="{409551C5-A361-4420-90B8-0C34757FC7B2}" type="presParOf" srcId="{A8968829-564E-448F-B8FB-475983704265}" destId="{E5A90BDA-9AB1-420E-9095-26C411651B3A}" srcOrd="0" destOrd="0" presId="urn:microsoft.com/office/officeart/2005/8/layout/default"/>
    <dgm:cxn modelId="{308B152E-C3AB-4512-948D-2CD4F8AA7F94}" type="presParOf" srcId="{A8968829-564E-448F-B8FB-475983704265}" destId="{68229EF6-0F0F-4D05-A242-BC1DB73116D3}" srcOrd="1" destOrd="0" presId="urn:microsoft.com/office/officeart/2005/8/layout/default"/>
    <dgm:cxn modelId="{35891AD1-8006-4755-8B7F-191E47F5BFAD}" type="presParOf" srcId="{A8968829-564E-448F-B8FB-475983704265}" destId="{A6958FB0-DF7B-40BA-9195-EB630C8F02F2}" srcOrd="2" destOrd="0" presId="urn:microsoft.com/office/officeart/2005/8/layout/default"/>
    <dgm:cxn modelId="{9520B7CD-F853-469D-97B6-BB92979C7E6E}" type="presParOf" srcId="{A8968829-564E-448F-B8FB-475983704265}" destId="{C5518918-01DC-4231-A190-590CB39BA118}" srcOrd="3" destOrd="0" presId="urn:microsoft.com/office/officeart/2005/8/layout/default"/>
    <dgm:cxn modelId="{DC899846-8B9D-429E-831E-B7926662257A}" type="presParOf" srcId="{A8968829-564E-448F-B8FB-475983704265}" destId="{621D3612-6423-4B40-B13F-771890274258}" srcOrd="4" destOrd="0" presId="urn:microsoft.com/office/officeart/2005/8/layout/default"/>
    <dgm:cxn modelId="{ABCCD92D-8239-4087-B306-808A8426E4BF}" type="presParOf" srcId="{A8968829-564E-448F-B8FB-475983704265}" destId="{2DA79144-8596-445C-95D0-258B7D960812}" srcOrd="5" destOrd="0" presId="urn:microsoft.com/office/officeart/2005/8/layout/default"/>
    <dgm:cxn modelId="{071E6A29-BAE5-43AD-ADCD-992E57ECA8D9}" type="presParOf" srcId="{A8968829-564E-448F-B8FB-475983704265}" destId="{5DD30E74-67C7-4086-A596-EAB12F1326C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93B518-387D-4166-800D-13390A86DE6B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D715E29-C16A-4756-84AF-54105D608AF7}">
      <dgm:prSet custT="1"/>
      <dgm:spPr/>
      <dgm:t>
        <a:bodyPr/>
        <a:lstStyle/>
        <a:p>
          <a:r>
            <a:rPr lang="en-US" sz="1600" dirty="0">
              <a:latin typeface="Cascadia Mono" panose="020B0609020000020004" pitchFamily="49" charset="0"/>
              <a:cs typeface="Cascadia Mono" panose="020B0609020000020004" pitchFamily="49" charset="0"/>
            </a:rPr>
            <a:t>Simple controls with short levels and clear feedback.</a:t>
          </a:r>
        </a:p>
      </dgm:t>
    </dgm:pt>
    <dgm:pt modelId="{A390FD13-102C-4F25-AA1C-F0F238929687}" type="parTrans" cxnId="{8622CDDC-D637-4CCB-A5C1-6B86EBB0DB41}">
      <dgm:prSet/>
      <dgm:spPr/>
      <dgm:t>
        <a:bodyPr/>
        <a:lstStyle/>
        <a:p>
          <a:endParaRPr lang="en-US"/>
        </a:p>
      </dgm:t>
    </dgm:pt>
    <dgm:pt modelId="{CB4F0AE2-1292-44E9-B973-D4F651FFCD8C}" type="sibTrans" cxnId="{8622CDDC-D637-4CCB-A5C1-6B86EBB0DB41}">
      <dgm:prSet/>
      <dgm:spPr/>
      <dgm:t>
        <a:bodyPr/>
        <a:lstStyle/>
        <a:p>
          <a:endParaRPr lang="en-US"/>
        </a:p>
      </dgm:t>
    </dgm:pt>
    <dgm:pt modelId="{52DD5C65-C1F6-4865-9205-481EA36BEF4E}">
      <dgm:prSet/>
      <dgm:spPr/>
      <dgm:t>
        <a:bodyPr/>
        <a:lstStyle/>
        <a:p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Colorful socks, animations, positive reinforcement and humor.</a:t>
          </a:r>
        </a:p>
      </dgm:t>
    </dgm:pt>
    <dgm:pt modelId="{2A33C2A7-BAF0-404E-9628-B38F4C1FFECD}" type="parTrans" cxnId="{F02CF1C8-8B68-498C-963F-6A9B839C4D7D}">
      <dgm:prSet/>
      <dgm:spPr/>
      <dgm:t>
        <a:bodyPr/>
        <a:lstStyle/>
        <a:p>
          <a:endParaRPr lang="en-US"/>
        </a:p>
      </dgm:t>
    </dgm:pt>
    <dgm:pt modelId="{C5B8D8D0-5EEA-4A3A-8977-3100074C6419}" type="sibTrans" cxnId="{F02CF1C8-8B68-498C-963F-6A9B839C4D7D}">
      <dgm:prSet/>
      <dgm:spPr/>
      <dgm:t>
        <a:bodyPr/>
        <a:lstStyle/>
        <a:p>
          <a:endParaRPr lang="en-US"/>
        </a:p>
      </dgm:t>
    </dgm:pt>
    <dgm:pt modelId="{FFAD6023-9D42-4E90-A93C-99C13CB9D1EC}">
      <dgm:prSet/>
      <dgm:spPr/>
      <dgm:t>
        <a:bodyPr/>
        <a:lstStyle/>
        <a:p>
          <a:r>
            <a:rPr lang="en-CA" dirty="0">
              <a:latin typeface="Cascadia Mono" panose="020B0609020000020004" pitchFamily="49" charset="0"/>
              <a:cs typeface="Cascadia Mono" panose="020B0609020000020004" pitchFamily="49" charset="0"/>
            </a:rPr>
            <a:t>Huge replay value! Achievements, new game plus system and an audio player.</a:t>
          </a:r>
          <a:endParaRPr lang="en-US" dirty="0">
            <a:latin typeface="Cascadia Mono" panose="020B0609020000020004" pitchFamily="49" charset="0"/>
            <a:cs typeface="Cascadia Mono" panose="020B0609020000020004" pitchFamily="49" charset="0"/>
          </a:endParaRPr>
        </a:p>
      </dgm:t>
    </dgm:pt>
    <dgm:pt modelId="{F0B7DE7D-8233-419C-932A-4D7C21230A58}" type="parTrans" cxnId="{8E4E59CE-2C86-426F-9D2A-CF65826F712E}">
      <dgm:prSet/>
      <dgm:spPr/>
      <dgm:t>
        <a:bodyPr/>
        <a:lstStyle/>
        <a:p>
          <a:endParaRPr lang="en-US"/>
        </a:p>
      </dgm:t>
    </dgm:pt>
    <dgm:pt modelId="{A6405D93-E82E-4EBA-936A-A1A97E212039}" type="sibTrans" cxnId="{8E4E59CE-2C86-426F-9D2A-CF65826F712E}">
      <dgm:prSet/>
      <dgm:spPr/>
      <dgm:t>
        <a:bodyPr/>
        <a:lstStyle/>
        <a:p>
          <a:endParaRPr lang="en-US"/>
        </a:p>
      </dgm:t>
    </dgm:pt>
    <dgm:pt modelId="{513B6B82-C0AC-4B12-874C-93B5FA51F009}">
      <dgm:prSet/>
      <dgm:spPr/>
      <dgm:t>
        <a:bodyPr/>
        <a:lstStyle/>
        <a:p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Accessibility by design with socks patterns, clear target areas and more </a:t>
          </a:r>
        </a:p>
      </dgm:t>
    </dgm:pt>
    <dgm:pt modelId="{5E88113C-F8A1-466D-93FD-8AA92643F125}" type="parTrans" cxnId="{BBBD6299-884D-43B8-87C4-BDC9D95C8660}">
      <dgm:prSet/>
      <dgm:spPr/>
      <dgm:t>
        <a:bodyPr/>
        <a:lstStyle/>
        <a:p>
          <a:endParaRPr lang="en-US"/>
        </a:p>
      </dgm:t>
    </dgm:pt>
    <dgm:pt modelId="{7EF3B797-AD66-47B9-A761-92EBC1FBE90C}" type="sibTrans" cxnId="{BBBD6299-884D-43B8-87C4-BDC9D95C8660}">
      <dgm:prSet/>
      <dgm:spPr/>
      <dgm:t>
        <a:bodyPr/>
        <a:lstStyle/>
        <a:p>
          <a:endParaRPr lang="en-US"/>
        </a:p>
      </dgm:t>
    </dgm:pt>
    <dgm:pt modelId="{2B439ACA-3CF7-4008-B5AD-66368D2F27FC}" type="pres">
      <dgm:prSet presAssocID="{DB93B518-387D-4166-800D-13390A86DE6B}" presName="matrix" presStyleCnt="0">
        <dgm:presLayoutVars>
          <dgm:chMax val="1"/>
          <dgm:dir/>
          <dgm:resizeHandles val="exact"/>
        </dgm:presLayoutVars>
      </dgm:prSet>
      <dgm:spPr/>
    </dgm:pt>
    <dgm:pt modelId="{34D6EF98-6185-4DCE-8768-A045CE473C55}" type="pres">
      <dgm:prSet presAssocID="{DB93B518-387D-4166-800D-13390A86DE6B}" presName="diamond" presStyleLbl="bgShp" presStyleIdx="0" presStyleCnt="1"/>
      <dgm:spPr/>
    </dgm:pt>
    <dgm:pt modelId="{B59CE490-8EC4-4D36-BA1B-EB746F727F0D}" type="pres">
      <dgm:prSet presAssocID="{DB93B518-387D-4166-800D-13390A86DE6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0B843C5-D444-4BAA-94B7-3D73FB8FC33A}" type="pres">
      <dgm:prSet presAssocID="{DB93B518-387D-4166-800D-13390A86DE6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072B389-B875-47EC-83B0-90F45520ED03}" type="pres">
      <dgm:prSet presAssocID="{DB93B518-387D-4166-800D-13390A86DE6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C6719F6-CE1C-4749-AE6B-5E8134701E2D}" type="pres">
      <dgm:prSet presAssocID="{DB93B518-387D-4166-800D-13390A86DE6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8568411-A022-43A4-B8BA-19260A260C17}" type="presOf" srcId="{DB93B518-387D-4166-800D-13390A86DE6B}" destId="{2B439ACA-3CF7-4008-B5AD-66368D2F27FC}" srcOrd="0" destOrd="0" presId="urn:microsoft.com/office/officeart/2005/8/layout/matrix3"/>
    <dgm:cxn modelId="{ED246D1B-2F96-430D-AB5D-B652303CA193}" type="presOf" srcId="{FFAD6023-9D42-4E90-A93C-99C13CB9D1EC}" destId="{E072B389-B875-47EC-83B0-90F45520ED03}" srcOrd="0" destOrd="0" presId="urn:microsoft.com/office/officeart/2005/8/layout/matrix3"/>
    <dgm:cxn modelId="{4C88A95D-CBD8-4C53-9BA8-4DE04AB747AB}" type="presOf" srcId="{ED715E29-C16A-4756-84AF-54105D608AF7}" destId="{B59CE490-8EC4-4D36-BA1B-EB746F727F0D}" srcOrd="0" destOrd="0" presId="urn:microsoft.com/office/officeart/2005/8/layout/matrix3"/>
    <dgm:cxn modelId="{99B98563-FDBD-4B8E-B623-094AFC6912C7}" type="presOf" srcId="{52DD5C65-C1F6-4865-9205-481EA36BEF4E}" destId="{30B843C5-D444-4BAA-94B7-3D73FB8FC33A}" srcOrd="0" destOrd="0" presId="urn:microsoft.com/office/officeart/2005/8/layout/matrix3"/>
    <dgm:cxn modelId="{CE4E7091-1FD5-494C-998D-03E8FC703602}" type="presOf" srcId="{513B6B82-C0AC-4B12-874C-93B5FA51F009}" destId="{1C6719F6-CE1C-4749-AE6B-5E8134701E2D}" srcOrd="0" destOrd="0" presId="urn:microsoft.com/office/officeart/2005/8/layout/matrix3"/>
    <dgm:cxn modelId="{BBBD6299-884D-43B8-87C4-BDC9D95C8660}" srcId="{DB93B518-387D-4166-800D-13390A86DE6B}" destId="{513B6B82-C0AC-4B12-874C-93B5FA51F009}" srcOrd="3" destOrd="0" parTransId="{5E88113C-F8A1-466D-93FD-8AA92643F125}" sibTransId="{7EF3B797-AD66-47B9-A761-92EBC1FBE90C}"/>
    <dgm:cxn modelId="{F02CF1C8-8B68-498C-963F-6A9B839C4D7D}" srcId="{DB93B518-387D-4166-800D-13390A86DE6B}" destId="{52DD5C65-C1F6-4865-9205-481EA36BEF4E}" srcOrd="1" destOrd="0" parTransId="{2A33C2A7-BAF0-404E-9628-B38F4C1FFECD}" sibTransId="{C5B8D8D0-5EEA-4A3A-8977-3100074C6419}"/>
    <dgm:cxn modelId="{8E4E59CE-2C86-426F-9D2A-CF65826F712E}" srcId="{DB93B518-387D-4166-800D-13390A86DE6B}" destId="{FFAD6023-9D42-4E90-A93C-99C13CB9D1EC}" srcOrd="2" destOrd="0" parTransId="{F0B7DE7D-8233-419C-932A-4D7C21230A58}" sibTransId="{A6405D93-E82E-4EBA-936A-A1A97E212039}"/>
    <dgm:cxn modelId="{8622CDDC-D637-4CCB-A5C1-6B86EBB0DB41}" srcId="{DB93B518-387D-4166-800D-13390A86DE6B}" destId="{ED715E29-C16A-4756-84AF-54105D608AF7}" srcOrd="0" destOrd="0" parTransId="{A390FD13-102C-4F25-AA1C-F0F238929687}" sibTransId="{CB4F0AE2-1292-44E9-B973-D4F651FFCD8C}"/>
    <dgm:cxn modelId="{64140BE1-E179-45D7-976F-BAB43381973E}" type="presParOf" srcId="{2B439ACA-3CF7-4008-B5AD-66368D2F27FC}" destId="{34D6EF98-6185-4DCE-8768-A045CE473C55}" srcOrd="0" destOrd="0" presId="urn:microsoft.com/office/officeart/2005/8/layout/matrix3"/>
    <dgm:cxn modelId="{5CD9D491-8B84-4CFA-A136-1BE59B6D622F}" type="presParOf" srcId="{2B439ACA-3CF7-4008-B5AD-66368D2F27FC}" destId="{B59CE490-8EC4-4D36-BA1B-EB746F727F0D}" srcOrd="1" destOrd="0" presId="urn:microsoft.com/office/officeart/2005/8/layout/matrix3"/>
    <dgm:cxn modelId="{97B1FE8F-BCB4-4A1A-BD23-67AE987D1227}" type="presParOf" srcId="{2B439ACA-3CF7-4008-B5AD-66368D2F27FC}" destId="{30B843C5-D444-4BAA-94B7-3D73FB8FC33A}" srcOrd="2" destOrd="0" presId="urn:microsoft.com/office/officeart/2005/8/layout/matrix3"/>
    <dgm:cxn modelId="{6A4F9A7C-F556-49C1-AE7D-BC9D160BF323}" type="presParOf" srcId="{2B439ACA-3CF7-4008-B5AD-66368D2F27FC}" destId="{E072B389-B875-47EC-83B0-90F45520ED03}" srcOrd="3" destOrd="0" presId="urn:microsoft.com/office/officeart/2005/8/layout/matrix3"/>
    <dgm:cxn modelId="{4ED79FCE-3AC4-4192-9B13-FB0E203577E7}" type="presParOf" srcId="{2B439ACA-3CF7-4008-B5AD-66368D2F27FC}" destId="{1C6719F6-CE1C-4749-AE6B-5E8134701E2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A10D1B-8FEA-401B-AB7E-DF1D49E36C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ABBDED6-9435-42F1-BFBC-C302F924AA00}">
      <dgm:prSet/>
      <dgm:spPr/>
      <dgm:t>
        <a:bodyPr/>
        <a:lstStyle/>
        <a:p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It was my first time building a game with controller support!</a:t>
          </a:r>
        </a:p>
      </dgm:t>
    </dgm:pt>
    <dgm:pt modelId="{F4772EA1-079C-4092-B49B-F5EE189725D8}" type="parTrans" cxnId="{6B7D5D83-E867-4A26-A3BB-F2EC5EE751D1}">
      <dgm:prSet/>
      <dgm:spPr/>
      <dgm:t>
        <a:bodyPr/>
        <a:lstStyle/>
        <a:p>
          <a:endParaRPr lang="en-US"/>
        </a:p>
      </dgm:t>
    </dgm:pt>
    <dgm:pt modelId="{2CB6BB04-0E32-4996-9E7C-C9422419A6CB}" type="sibTrans" cxnId="{6B7D5D83-E867-4A26-A3BB-F2EC5EE751D1}">
      <dgm:prSet/>
      <dgm:spPr/>
      <dgm:t>
        <a:bodyPr/>
        <a:lstStyle/>
        <a:p>
          <a:endParaRPr lang="en-US"/>
        </a:p>
      </dgm:t>
    </dgm:pt>
    <dgm:pt modelId="{7A1E2049-C40C-4F25-A608-919B128E9798}">
      <dgm:prSet/>
      <dgm:spPr/>
      <dgm:t>
        <a:bodyPr/>
        <a:lstStyle/>
        <a:p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Developing the marketing materials had made posting about Sock ‘Em Up so much easier </a:t>
          </a:r>
          <a:b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(premade tags and descriptions). </a:t>
          </a:r>
        </a:p>
      </dgm:t>
    </dgm:pt>
    <dgm:pt modelId="{5D6797B9-FC23-4B92-92ED-B0D1DD10E526}" type="parTrans" cxnId="{15BB3ED1-8854-48D1-8242-349D2C43DE1A}">
      <dgm:prSet/>
      <dgm:spPr/>
      <dgm:t>
        <a:bodyPr/>
        <a:lstStyle/>
        <a:p>
          <a:endParaRPr lang="en-US"/>
        </a:p>
      </dgm:t>
    </dgm:pt>
    <dgm:pt modelId="{89A585AC-6A67-4E80-8A13-0A6EDAC251ED}" type="sibTrans" cxnId="{15BB3ED1-8854-48D1-8242-349D2C43DE1A}">
      <dgm:prSet/>
      <dgm:spPr/>
      <dgm:t>
        <a:bodyPr/>
        <a:lstStyle/>
        <a:p>
          <a:endParaRPr lang="en-US"/>
        </a:p>
      </dgm:t>
    </dgm:pt>
    <dgm:pt modelId="{4F9F1125-2A86-4580-8696-68832ABBBA53}">
      <dgm:prSet/>
      <dgm:spPr/>
      <dgm:t>
        <a:bodyPr/>
        <a:lstStyle/>
        <a:p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I normally losing steam polishing my games </a:t>
          </a:r>
          <a:b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but having a goal helped me pushed me through </a:t>
          </a:r>
          <a:b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with a smile on my face.</a:t>
          </a:r>
        </a:p>
      </dgm:t>
    </dgm:pt>
    <dgm:pt modelId="{69870416-90B0-4B3C-9467-920BEFD804D7}" type="parTrans" cxnId="{80818529-DE9B-4D00-B879-990535C117B4}">
      <dgm:prSet/>
      <dgm:spPr/>
      <dgm:t>
        <a:bodyPr/>
        <a:lstStyle/>
        <a:p>
          <a:endParaRPr lang="en-US"/>
        </a:p>
      </dgm:t>
    </dgm:pt>
    <dgm:pt modelId="{ABA3556B-8E43-4088-9F47-FC17D5CF0DB6}" type="sibTrans" cxnId="{80818529-DE9B-4D00-B879-990535C117B4}">
      <dgm:prSet/>
      <dgm:spPr/>
      <dgm:t>
        <a:bodyPr/>
        <a:lstStyle/>
        <a:p>
          <a:endParaRPr lang="en-US"/>
        </a:p>
      </dgm:t>
    </dgm:pt>
    <dgm:pt modelId="{E4A3BAC3-3E39-4431-87CB-6DADF1E62EF7}">
      <dgm:prSet/>
      <dgm:spPr/>
      <dgm:t>
        <a:bodyPr/>
        <a:lstStyle/>
        <a:p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I used Claude Code directly in my IDE and it </a:t>
          </a:r>
          <a:b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US" dirty="0">
              <a:latin typeface="Cascadia Mono" panose="020B0609020000020004" pitchFamily="49" charset="0"/>
              <a:cs typeface="Cascadia Mono" panose="020B0609020000020004" pitchFamily="49" charset="0"/>
            </a:rPr>
            <a:t>was awesome, letting me focus on design and polish and not coding.</a:t>
          </a:r>
        </a:p>
      </dgm:t>
    </dgm:pt>
    <dgm:pt modelId="{F24B933E-983A-4A78-9D3B-8F5A95541287}" type="parTrans" cxnId="{7DF479DD-DCA9-4C42-B4FC-9694B1C83174}">
      <dgm:prSet/>
      <dgm:spPr/>
      <dgm:t>
        <a:bodyPr/>
        <a:lstStyle/>
        <a:p>
          <a:endParaRPr lang="en-US"/>
        </a:p>
      </dgm:t>
    </dgm:pt>
    <dgm:pt modelId="{97AD011C-B9B1-4433-913F-53F358E0F53B}" type="sibTrans" cxnId="{7DF479DD-DCA9-4C42-B4FC-9694B1C83174}">
      <dgm:prSet/>
      <dgm:spPr/>
      <dgm:t>
        <a:bodyPr/>
        <a:lstStyle/>
        <a:p>
          <a:endParaRPr lang="en-US"/>
        </a:p>
      </dgm:t>
    </dgm:pt>
    <dgm:pt modelId="{743B5CD8-972A-4D60-9522-BF05A9564EDE}" type="pres">
      <dgm:prSet presAssocID="{B4A10D1B-8FEA-401B-AB7E-DF1D49E36C73}" presName="root" presStyleCnt="0">
        <dgm:presLayoutVars>
          <dgm:dir/>
          <dgm:resizeHandles val="exact"/>
        </dgm:presLayoutVars>
      </dgm:prSet>
      <dgm:spPr/>
    </dgm:pt>
    <dgm:pt modelId="{5BF4B7B4-489C-4645-9DB5-98E451438C7F}" type="pres">
      <dgm:prSet presAssocID="{8ABBDED6-9435-42F1-BFBC-C302F924AA00}" presName="compNode" presStyleCnt="0"/>
      <dgm:spPr/>
    </dgm:pt>
    <dgm:pt modelId="{6C56456B-4900-4CED-B08C-D876CAB0B088}" type="pres">
      <dgm:prSet presAssocID="{8ABBDED6-9435-42F1-BFBC-C302F924AA00}" presName="bgRect" presStyleLbl="bgShp" presStyleIdx="0" presStyleCnt="4"/>
      <dgm:spPr/>
    </dgm:pt>
    <dgm:pt modelId="{BDDB9E0F-FD57-4845-BB6A-8F33EA230974}" type="pres">
      <dgm:prSet presAssocID="{8ABBDED6-9435-42F1-BFBC-C302F924AA0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C6331D57-138D-40B7-B9E5-382BC16D2926}" type="pres">
      <dgm:prSet presAssocID="{8ABBDED6-9435-42F1-BFBC-C302F924AA00}" presName="spaceRect" presStyleCnt="0"/>
      <dgm:spPr/>
    </dgm:pt>
    <dgm:pt modelId="{4766ADCD-3A44-431C-B93A-C9DF720D5CE5}" type="pres">
      <dgm:prSet presAssocID="{8ABBDED6-9435-42F1-BFBC-C302F924AA00}" presName="parTx" presStyleLbl="revTx" presStyleIdx="0" presStyleCnt="4">
        <dgm:presLayoutVars>
          <dgm:chMax val="0"/>
          <dgm:chPref val="0"/>
        </dgm:presLayoutVars>
      </dgm:prSet>
      <dgm:spPr/>
    </dgm:pt>
    <dgm:pt modelId="{BF9A39C3-71C4-4F2C-B65F-B04F8C85BCD9}" type="pres">
      <dgm:prSet presAssocID="{2CB6BB04-0E32-4996-9E7C-C9422419A6CB}" presName="sibTrans" presStyleCnt="0"/>
      <dgm:spPr/>
    </dgm:pt>
    <dgm:pt modelId="{43C0F43E-5B32-46B4-AFDA-214B81701F1A}" type="pres">
      <dgm:prSet presAssocID="{7A1E2049-C40C-4F25-A608-919B128E9798}" presName="compNode" presStyleCnt="0"/>
      <dgm:spPr/>
    </dgm:pt>
    <dgm:pt modelId="{12E779B4-B254-4BA9-B916-BB5EB704D642}" type="pres">
      <dgm:prSet presAssocID="{7A1E2049-C40C-4F25-A608-919B128E9798}" presName="bgRect" presStyleLbl="bgShp" presStyleIdx="1" presStyleCnt="4"/>
      <dgm:spPr/>
    </dgm:pt>
    <dgm:pt modelId="{55B6937D-FFF0-4088-9FD1-D85222E4ECF5}" type="pres">
      <dgm:prSet presAssocID="{7A1E2049-C40C-4F25-A608-919B128E979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088FF929-5B83-4D1E-AF96-A3EBC2B13A21}" type="pres">
      <dgm:prSet presAssocID="{7A1E2049-C40C-4F25-A608-919B128E9798}" presName="spaceRect" presStyleCnt="0"/>
      <dgm:spPr/>
    </dgm:pt>
    <dgm:pt modelId="{A38F015B-9D2D-484F-8BD8-4BE038996313}" type="pres">
      <dgm:prSet presAssocID="{7A1E2049-C40C-4F25-A608-919B128E9798}" presName="parTx" presStyleLbl="revTx" presStyleIdx="1" presStyleCnt="4">
        <dgm:presLayoutVars>
          <dgm:chMax val="0"/>
          <dgm:chPref val="0"/>
        </dgm:presLayoutVars>
      </dgm:prSet>
      <dgm:spPr/>
    </dgm:pt>
    <dgm:pt modelId="{2294E500-568B-496C-B957-B23E0CB5E5DC}" type="pres">
      <dgm:prSet presAssocID="{89A585AC-6A67-4E80-8A13-0A6EDAC251ED}" presName="sibTrans" presStyleCnt="0"/>
      <dgm:spPr/>
    </dgm:pt>
    <dgm:pt modelId="{3E88228F-4D03-4D46-A8D9-1EF5C9D4EF6A}" type="pres">
      <dgm:prSet presAssocID="{4F9F1125-2A86-4580-8696-68832ABBBA53}" presName="compNode" presStyleCnt="0"/>
      <dgm:spPr/>
    </dgm:pt>
    <dgm:pt modelId="{25CBACEA-305E-4CE8-BB35-450FB5C82ED4}" type="pres">
      <dgm:prSet presAssocID="{4F9F1125-2A86-4580-8696-68832ABBBA53}" presName="bgRect" presStyleLbl="bgShp" presStyleIdx="2" presStyleCnt="4"/>
      <dgm:spPr/>
    </dgm:pt>
    <dgm:pt modelId="{C2E929E7-ECA5-4374-914B-363A2D4B3151}" type="pres">
      <dgm:prSet presAssocID="{4F9F1125-2A86-4580-8696-68832ABBBA53}" presName="iconRect" presStyleLbl="node1" presStyleIdx="2" presStyleCnt="4" custFlipVert="1" custFlipHor="1" custScaleX="26700" custScaleY="38389"/>
      <dgm:spPr>
        <a:ln>
          <a:noFill/>
        </a:ln>
      </dgm:spPr>
    </dgm:pt>
    <dgm:pt modelId="{863D96E6-27C6-4BCA-BE29-028913D9850C}" type="pres">
      <dgm:prSet presAssocID="{4F9F1125-2A86-4580-8696-68832ABBBA53}" presName="spaceRect" presStyleCnt="0"/>
      <dgm:spPr/>
    </dgm:pt>
    <dgm:pt modelId="{5BA3D05F-6FD6-48BA-8F34-5107EF8668AA}" type="pres">
      <dgm:prSet presAssocID="{4F9F1125-2A86-4580-8696-68832ABBBA53}" presName="parTx" presStyleLbl="revTx" presStyleIdx="2" presStyleCnt="4">
        <dgm:presLayoutVars>
          <dgm:chMax val="0"/>
          <dgm:chPref val="0"/>
        </dgm:presLayoutVars>
      </dgm:prSet>
      <dgm:spPr/>
    </dgm:pt>
    <dgm:pt modelId="{6F6F8B90-70C9-463B-9EA8-79F8485CC1B9}" type="pres">
      <dgm:prSet presAssocID="{ABA3556B-8E43-4088-9F47-FC17D5CF0DB6}" presName="sibTrans" presStyleCnt="0"/>
      <dgm:spPr/>
    </dgm:pt>
    <dgm:pt modelId="{039F3C33-D235-4178-BA48-D33F8F2B8F16}" type="pres">
      <dgm:prSet presAssocID="{E4A3BAC3-3E39-4431-87CB-6DADF1E62EF7}" presName="compNode" presStyleCnt="0"/>
      <dgm:spPr/>
    </dgm:pt>
    <dgm:pt modelId="{3538185E-39B9-4EEC-9E0C-DE5B83AE69A1}" type="pres">
      <dgm:prSet presAssocID="{E4A3BAC3-3E39-4431-87CB-6DADF1E62EF7}" presName="bgRect" presStyleLbl="bgShp" presStyleIdx="3" presStyleCnt="4"/>
      <dgm:spPr/>
    </dgm:pt>
    <dgm:pt modelId="{90E18521-8982-4DDA-B684-ACFEDDDD9DB5}" type="pres">
      <dgm:prSet presAssocID="{E4A3BAC3-3E39-4431-87CB-6DADF1E62EF7}" presName="iconRect" presStyleLbl="node1" presStyleIdx="3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09FF35C4-6FB6-49BD-BCB0-79FC38B453FB}" type="pres">
      <dgm:prSet presAssocID="{E4A3BAC3-3E39-4431-87CB-6DADF1E62EF7}" presName="spaceRect" presStyleCnt="0"/>
      <dgm:spPr/>
    </dgm:pt>
    <dgm:pt modelId="{B7B97EAB-85C9-4364-9B10-B0DF9CF6B0F4}" type="pres">
      <dgm:prSet presAssocID="{E4A3BAC3-3E39-4431-87CB-6DADF1E62EF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6C97E24-929C-4968-9F4D-5D3C5A7D9A52}" type="presOf" srcId="{7A1E2049-C40C-4F25-A608-919B128E9798}" destId="{A38F015B-9D2D-484F-8BD8-4BE038996313}" srcOrd="0" destOrd="0" presId="urn:microsoft.com/office/officeart/2018/2/layout/IconVerticalSolidList"/>
    <dgm:cxn modelId="{80818529-DE9B-4D00-B879-990535C117B4}" srcId="{B4A10D1B-8FEA-401B-AB7E-DF1D49E36C73}" destId="{4F9F1125-2A86-4580-8696-68832ABBBA53}" srcOrd="2" destOrd="0" parTransId="{69870416-90B0-4B3C-9467-920BEFD804D7}" sibTransId="{ABA3556B-8E43-4088-9F47-FC17D5CF0DB6}"/>
    <dgm:cxn modelId="{52D3552F-1FD0-42A6-BBF0-CA4CB9232CD8}" type="presOf" srcId="{8ABBDED6-9435-42F1-BFBC-C302F924AA00}" destId="{4766ADCD-3A44-431C-B93A-C9DF720D5CE5}" srcOrd="0" destOrd="0" presId="urn:microsoft.com/office/officeart/2018/2/layout/IconVerticalSolidList"/>
    <dgm:cxn modelId="{705AE850-A1B8-4DFF-A40C-2ACC5F9606A1}" type="presOf" srcId="{B4A10D1B-8FEA-401B-AB7E-DF1D49E36C73}" destId="{743B5CD8-972A-4D60-9522-BF05A9564EDE}" srcOrd="0" destOrd="0" presId="urn:microsoft.com/office/officeart/2018/2/layout/IconVerticalSolidList"/>
    <dgm:cxn modelId="{6B7D5D83-E867-4A26-A3BB-F2EC5EE751D1}" srcId="{B4A10D1B-8FEA-401B-AB7E-DF1D49E36C73}" destId="{8ABBDED6-9435-42F1-BFBC-C302F924AA00}" srcOrd="0" destOrd="0" parTransId="{F4772EA1-079C-4092-B49B-F5EE189725D8}" sibTransId="{2CB6BB04-0E32-4996-9E7C-C9422419A6CB}"/>
    <dgm:cxn modelId="{19846A92-5557-47E5-B74B-C13D86FCCF60}" type="presOf" srcId="{E4A3BAC3-3E39-4431-87CB-6DADF1E62EF7}" destId="{B7B97EAB-85C9-4364-9B10-B0DF9CF6B0F4}" srcOrd="0" destOrd="0" presId="urn:microsoft.com/office/officeart/2018/2/layout/IconVerticalSolidList"/>
    <dgm:cxn modelId="{9D1E31C7-ECAF-46E2-874D-949183FECFB6}" type="presOf" srcId="{4F9F1125-2A86-4580-8696-68832ABBBA53}" destId="{5BA3D05F-6FD6-48BA-8F34-5107EF8668AA}" srcOrd="0" destOrd="0" presId="urn:microsoft.com/office/officeart/2018/2/layout/IconVerticalSolidList"/>
    <dgm:cxn modelId="{15BB3ED1-8854-48D1-8242-349D2C43DE1A}" srcId="{B4A10D1B-8FEA-401B-AB7E-DF1D49E36C73}" destId="{7A1E2049-C40C-4F25-A608-919B128E9798}" srcOrd="1" destOrd="0" parTransId="{5D6797B9-FC23-4B92-92ED-B0D1DD10E526}" sibTransId="{89A585AC-6A67-4E80-8A13-0A6EDAC251ED}"/>
    <dgm:cxn modelId="{7DF479DD-DCA9-4C42-B4FC-9694B1C83174}" srcId="{B4A10D1B-8FEA-401B-AB7E-DF1D49E36C73}" destId="{E4A3BAC3-3E39-4431-87CB-6DADF1E62EF7}" srcOrd="3" destOrd="0" parTransId="{F24B933E-983A-4A78-9D3B-8F5A95541287}" sibTransId="{97AD011C-B9B1-4433-913F-53F358E0F53B}"/>
    <dgm:cxn modelId="{FD75E4B2-AB71-4C40-BC1B-04A3171B8B34}" type="presParOf" srcId="{743B5CD8-972A-4D60-9522-BF05A9564EDE}" destId="{5BF4B7B4-489C-4645-9DB5-98E451438C7F}" srcOrd="0" destOrd="0" presId="urn:microsoft.com/office/officeart/2018/2/layout/IconVerticalSolidList"/>
    <dgm:cxn modelId="{BCA5D9E7-ECC4-4D63-8E0D-301D220054CB}" type="presParOf" srcId="{5BF4B7B4-489C-4645-9DB5-98E451438C7F}" destId="{6C56456B-4900-4CED-B08C-D876CAB0B088}" srcOrd="0" destOrd="0" presId="urn:microsoft.com/office/officeart/2018/2/layout/IconVerticalSolidList"/>
    <dgm:cxn modelId="{1520110B-96E3-423F-A079-E4B05E32BA29}" type="presParOf" srcId="{5BF4B7B4-489C-4645-9DB5-98E451438C7F}" destId="{BDDB9E0F-FD57-4845-BB6A-8F33EA230974}" srcOrd="1" destOrd="0" presId="urn:microsoft.com/office/officeart/2018/2/layout/IconVerticalSolidList"/>
    <dgm:cxn modelId="{88AEC38D-5348-4AD8-9306-C591EA63EDDA}" type="presParOf" srcId="{5BF4B7B4-489C-4645-9DB5-98E451438C7F}" destId="{C6331D57-138D-40B7-B9E5-382BC16D2926}" srcOrd="2" destOrd="0" presId="urn:microsoft.com/office/officeart/2018/2/layout/IconVerticalSolidList"/>
    <dgm:cxn modelId="{775F190C-BD41-4243-BFAC-83FAACE1BF3E}" type="presParOf" srcId="{5BF4B7B4-489C-4645-9DB5-98E451438C7F}" destId="{4766ADCD-3A44-431C-B93A-C9DF720D5CE5}" srcOrd="3" destOrd="0" presId="urn:microsoft.com/office/officeart/2018/2/layout/IconVerticalSolidList"/>
    <dgm:cxn modelId="{F1A35501-B2B5-49D3-98A8-3589DA43367F}" type="presParOf" srcId="{743B5CD8-972A-4D60-9522-BF05A9564EDE}" destId="{BF9A39C3-71C4-4F2C-B65F-B04F8C85BCD9}" srcOrd="1" destOrd="0" presId="urn:microsoft.com/office/officeart/2018/2/layout/IconVerticalSolidList"/>
    <dgm:cxn modelId="{FF9A2C74-CD47-4746-B2B4-058BDFFFFC70}" type="presParOf" srcId="{743B5CD8-972A-4D60-9522-BF05A9564EDE}" destId="{43C0F43E-5B32-46B4-AFDA-214B81701F1A}" srcOrd="2" destOrd="0" presId="urn:microsoft.com/office/officeart/2018/2/layout/IconVerticalSolidList"/>
    <dgm:cxn modelId="{EDAA2BC8-0236-4819-A731-D71C95FDC7C5}" type="presParOf" srcId="{43C0F43E-5B32-46B4-AFDA-214B81701F1A}" destId="{12E779B4-B254-4BA9-B916-BB5EB704D642}" srcOrd="0" destOrd="0" presId="urn:microsoft.com/office/officeart/2018/2/layout/IconVerticalSolidList"/>
    <dgm:cxn modelId="{A312B8D4-7AAB-4E67-88C1-33D157551C79}" type="presParOf" srcId="{43C0F43E-5B32-46B4-AFDA-214B81701F1A}" destId="{55B6937D-FFF0-4088-9FD1-D85222E4ECF5}" srcOrd="1" destOrd="0" presId="urn:microsoft.com/office/officeart/2018/2/layout/IconVerticalSolidList"/>
    <dgm:cxn modelId="{BB03133D-86C6-42B1-BCAA-B0C940762EAE}" type="presParOf" srcId="{43C0F43E-5B32-46B4-AFDA-214B81701F1A}" destId="{088FF929-5B83-4D1E-AF96-A3EBC2B13A21}" srcOrd="2" destOrd="0" presId="urn:microsoft.com/office/officeart/2018/2/layout/IconVerticalSolidList"/>
    <dgm:cxn modelId="{E7C205A6-4ABD-49E7-B9FF-08EC4E463408}" type="presParOf" srcId="{43C0F43E-5B32-46B4-AFDA-214B81701F1A}" destId="{A38F015B-9D2D-484F-8BD8-4BE038996313}" srcOrd="3" destOrd="0" presId="urn:microsoft.com/office/officeart/2018/2/layout/IconVerticalSolidList"/>
    <dgm:cxn modelId="{30B44C87-A478-4ED6-BCCC-A49AE4555C33}" type="presParOf" srcId="{743B5CD8-972A-4D60-9522-BF05A9564EDE}" destId="{2294E500-568B-496C-B957-B23E0CB5E5DC}" srcOrd="3" destOrd="0" presId="urn:microsoft.com/office/officeart/2018/2/layout/IconVerticalSolidList"/>
    <dgm:cxn modelId="{B2797725-DFB5-4219-A0B0-4E12A3531E07}" type="presParOf" srcId="{743B5CD8-972A-4D60-9522-BF05A9564EDE}" destId="{3E88228F-4D03-4D46-A8D9-1EF5C9D4EF6A}" srcOrd="4" destOrd="0" presId="urn:microsoft.com/office/officeart/2018/2/layout/IconVerticalSolidList"/>
    <dgm:cxn modelId="{097F0AC4-AE48-47B2-963B-1430CF0D0A22}" type="presParOf" srcId="{3E88228F-4D03-4D46-A8D9-1EF5C9D4EF6A}" destId="{25CBACEA-305E-4CE8-BB35-450FB5C82ED4}" srcOrd="0" destOrd="0" presId="urn:microsoft.com/office/officeart/2018/2/layout/IconVerticalSolidList"/>
    <dgm:cxn modelId="{4DA585B4-D19A-4B0E-B45B-D565145A484E}" type="presParOf" srcId="{3E88228F-4D03-4D46-A8D9-1EF5C9D4EF6A}" destId="{C2E929E7-ECA5-4374-914B-363A2D4B3151}" srcOrd="1" destOrd="0" presId="urn:microsoft.com/office/officeart/2018/2/layout/IconVerticalSolidList"/>
    <dgm:cxn modelId="{866379F5-3720-4F68-8055-FCFAE6453EC3}" type="presParOf" srcId="{3E88228F-4D03-4D46-A8D9-1EF5C9D4EF6A}" destId="{863D96E6-27C6-4BCA-BE29-028913D9850C}" srcOrd="2" destOrd="0" presId="urn:microsoft.com/office/officeart/2018/2/layout/IconVerticalSolidList"/>
    <dgm:cxn modelId="{2EB097A4-7367-424F-8959-57A26C758CBA}" type="presParOf" srcId="{3E88228F-4D03-4D46-A8D9-1EF5C9D4EF6A}" destId="{5BA3D05F-6FD6-48BA-8F34-5107EF8668AA}" srcOrd="3" destOrd="0" presId="urn:microsoft.com/office/officeart/2018/2/layout/IconVerticalSolidList"/>
    <dgm:cxn modelId="{5A8D6E8A-0F37-4501-86A0-AF11029CA424}" type="presParOf" srcId="{743B5CD8-972A-4D60-9522-BF05A9564EDE}" destId="{6F6F8B90-70C9-463B-9EA8-79F8485CC1B9}" srcOrd="5" destOrd="0" presId="urn:microsoft.com/office/officeart/2018/2/layout/IconVerticalSolidList"/>
    <dgm:cxn modelId="{612E89AA-8DC0-442E-8907-4F679E3D3856}" type="presParOf" srcId="{743B5CD8-972A-4D60-9522-BF05A9564EDE}" destId="{039F3C33-D235-4178-BA48-D33F8F2B8F16}" srcOrd="6" destOrd="0" presId="urn:microsoft.com/office/officeart/2018/2/layout/IconVerticalSolidList"/>
    <dgm:cxn modelId="{8F60FB77-0021-4FBD-937A-8A043A15B280}" type="presParOf" srcId="{039F3C33-D235-4178-BA48-D33F8F2B8F16}" destId="{3538185E-39B9-4EEC-9E0C-DE5B83AE69A1}" srcOrd="0" destOrd="0" presId="urn:microsoft.com/office/officeart/2018/2/layout/IconVerticalSolidList"/>
    <dgm:cxn modelId="{F1C98E33-8872-447C-B978-F24942E87920}" type="presParOf" srcId="{039F3C33-D235-4178-BA48-D33F8F2B8F16}" destId="{90E18521-8982-4DDA-B684-ACFEDDDD9DB5}" srcOrd="1" destOrd="0" presId="urn:microsoft.com/office/officeart/2018/2/layout/IconVerticalSolidList"/>
    <dgm:cxn modelId="{BEE0C448-5FDC-44AE-9D9B-40D865B52E80}" type="presParOf" srcId="{039F3C33-D235-4178-BA48-D33F8F2B8F16}" destId="{09FF35C4-6FB6-49BD-BCB0-79FC38B453FB}" srcOrd="2" destOrd="0" presId="urn:microsoft.com/office/officeart/2018/2/layout/IconVerticalSolidList"/>
    <dgm:cxn modelId="{BC0C12D3-2AAF-4640-A554-D7D707ADE6D1}" type="presParOf" srcId="{039F3C33-D235-4178-BA48-D33F8F2B8F16}" destId="{B7B97EAB-85C9-4364-9B10-B0DF9CF6B0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6456B-4900-4CED-B08C-D876CAB0B088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B9E0F-FD57-4845-BB6A-8F33EA230974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6ADCD-3A44-431C-B93A-C9DF720D5CE5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I’m a (mostly) solo game designer / developer who’s been making games for over 15 years.</a:t>
          </a:r>
          <a:endParaRPr lang="en-US" sz="1800" kern="1200" dirty="0">
            <a:latin typeface="Cascadia Mono" panose="020B0609020000020004" pitchFamily="49" charset="0"/>
            <a:cs typeface="Cascadia Mono" panose="020B0609020000020004" pitchFamily="49" charset="0"/>
          </a:endParaRPr>
        </a:p>
      </dsp:txBody>
      <dsp:txXfrm>
        <a:off x="1058686" y="1808"/>
        <a:ext cx="6828013" cy="916611"/>
      </dsp:txXfrm>
    </dsp:sp>
    <dsp:sp modelId="{12E779B4-B254-4BA9-B916-BB5EB704D642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6937D-FFF0-4088-9FD1-D85222E4ECF5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F015B-9D2D-484F-8BD8-4BE038996313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Games have been an obsession of mine since I was a quite young – playing lots of Sonic and </a:t>
          </a:r>
          <a:b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CA" sz="1800" kern="1200" dirty="0" err="1">
              <a:latin typeface="Cascadia Mono" panose="020B0609020000020004" pitchFamily="49" charset="0"/>
              <a:cs typeface="Cascadia Mono" panose="020B0609020000020004" pitchFamily="49" charset="0"/>
            </a:rPr>
            <a:t>Pokemon</a:t>
          </a:r>
          <a: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 early on!</a:t>
          </a:r>
          <a:endParaRPr lang="en-US" sz="1800" kern="1200" dirty="0">
            <a:latin typeface="Cascadia Mono" panose="020B0609020000020004" pitchFamily="49" charset="0"/>
            <a:cs typeface="Cascadia Mono" panose="020B0609020000020004" pitchFamily="49" charset="0"/>
          </a:endParaRPr>
        </a:p>
      </dsp:txBody>
      <dsp:txXfrm>
        <a:off x="1058686" y="1147573"/>
        <a:ext cx="6828013" cy="916611"/>
      </dsp:txXfrm>
    </dsp:sp>
    <dsp:sp modelId="{25CBACEA-305E-4CE8-BB35-450FB5C82ED4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E929E7-ECA5-4374-914B-363A2D4B3151}">
      <dsp:nvSpPr>
        <dsp:cNvPr id="0" name=""/>
        <dsp:cNvSpPr/>
      </dsp:nvSpPr>
      <dsp:spPr>
        <a:xfrm flipH="1" flipV="1">
          <a:off x="462041" y="2654877"/>
          <a:ext cx="134604" cy="193532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3D05F-6FD6-48BA-8F34-5107EF8668AA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Fun fact</a:t>
          </a:r>
          <a: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: I once made a clicker about </a:t>
          </a:r>
          <a:r>
            <a:rPr lang="en-CA" sz="1800" kern="1200" dirty="0" err="1">
              <a:latin typeface="Cascadia Mono" panose="020B0609020000020004" pitchFamily="49" charset="0"/>
              <a:cs typeface="Cascadia Mono" panose="020B0609020000020004" pitchFamily="49" charset="0"/>
            </a:rPr>
            <a:t>gangter</a:t>
          </a:r>
          <a: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 frogs that made dumplings (the dumplings were </a:t>
          </a:r>
          <a:b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as tough as they are.)</a:t>
          </a:r>
          <a:endParaRPr lang="en-US" sz="1800" kern="1200" dirty="0">
            <a:latin typeface="Cascadia Mono" panose="020B0609020000020004" pitchFamily="49" charset="0"/>
            <a:cs typeface="Cascadia Mono" panose="020B0609020000020004" pitchFamily="49" charset="0"/>
          </a:endParaRPr>
        </a:p>
      </dsp:txBody>
      <dsp:txXfrm>
        <a:off x="1058686" y="2293338"/>
        <a:ext cx="6828013" cy="916611"/>
      </dsp:txXfrm>
    </dsp:sp>
    <dsp:sp modelId="{3538185E-39B9-4EEC-9E0C-DE5B83AE69A1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E18521-8982-4DDA-B684-ACFEDDDD9DB5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97EAB-85C9-4364-9B10-B0DF9CF6B0F4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I love helping others and making a positive impact, another charity I help with is </a:t>
          </a:r>
          <a:b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CA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Cats for Keeps – a local cat rescue. </a:t>
          </a:r>
          <a:endParaRPr lang="en-US" sz="1800" kern="1200" dirty="0">
            <a:latin typeface="Cascadia Mono" panose="020B0609020000020004" pitchFamily="49" charset="0"/>
            <a:cs typeface="Cascadia Mono" panose="020B0609020000020004" pitchFamily="49" charset="0"/>
          </a:endParaRPr>
        </a:p>
      </dsp:txBody>
      <dsp:txXfrm>
        <a:off x="1058686" y="3439103"/>
        <a:ext cx="68280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90BDA-9AB1-420E-9095-26C411651B3A}">
      <dsp:nvSpPr>
        <dsp:cNvPr id="0" name=""/>
        <dsp:cNvSpPr/>
      </dsp:nvSpPr>
      <dsp:spPr>
        <a:xfrm>
          <a:off x="279719" y="1872"/>
          <a:ext cx="3485906" cy="20915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Match pairs and YEET those stinky orbs at your landlady to pay rent.</a:t>
          </a:r>
        </a:p>
      </dsp:txBody>
      <dsp:txXfrm>
        <a:off x="279719" y="1872"/>
        <a:ext cx="3485906" cy="2091543"/>
      </dsp:txXfrm>
    </dsp:sp>
    <dsp:sp modelId="{A6958FB0-DF7B-40BA-9195-EB630C8F02F2}">
      <dsp:nvSpPr>
        <dsp:cNvPr id="0" name=""/>
        <dsp:cNvSpPr/>
      </dsp:nvSpPr>
      <dsp:spPr>
        <a:xfrm>
          <a:off x="4114216" y="1872"/>
          <a:ext cx="3485906" cy="20915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Target audience: </a:t>
          </a:r>
          <a:br>
            <a:rPr lang="en-CA" sz="2000" kern="12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CA" sz="20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Kids from 6-16.</a:t>
          </a:r>
          <a:endParaRPr lang="en-US" sz="2000" kern="1200" dirty="0">
            <a:latin typeface="Cascadia Mono" panose="020B0609020000020004" pitchFamily="49" charset="0"/>
            <a:cs typeface="Cascadia Mono" panose="020B0609020000020004" pitchFamily="49" charset="0"/>
          </a:endParaRPr>
        </a:p>
      </dsp:txBody>
      <dsp:txXfrm>
        <a:off x="4114216" y="1872"/>
        <a:ext cx="3485906" cy="2091543"/>
      </dsp:txXfrm>
    </dsp:sp>
    <dsp:sp modelId="{621D3612-6423-4B40-B13F-771890274258}">
      <dsp:nvSpPr>
        <dsp:cNvPr id="0" name=""/>
        <dsp:cNvSpPr/>
      </dsp:nvSpPr>
      <dsp:spPr>
        <a:xfrm>
          <a:off x="279719" y="2442007"/>
          <a:ext cx="3485906" cy="20915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Supports:</a:t>
          </a:r>
          <a:br>
            <a:rPr lang="en-CA" sz="2000" kern="12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CA" sz="20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Mouse, keyboard, touchscreen and controller!</a:t>
          </a:r>
          <a:endParaRPr lang="en-US" sz="2000" kern="1200" dirty="0">
            <a:latin typeface="Cascadia Mono" panose="020B0609020000020004" pitchFamily="49" charset="0"/>
            <a:cs typeface="Cascadia Mono" panose="020B0609020000020004" pitchFamily="49" charset="0"/>
          </a:endParaRPr>
        </a:p>
      </dsp:txBody>
      <dsp:txXfrm>
        <a:off x="279719" y="2442007"/>
        <a:ext cx="3485906" cy="2091543"/>
      </dsp:txXfrm>
    </dsp:sp>
    <dsp:sp modelId="{5DD30E74-67C7-4086-A596-EAB12F1326C8}">
      <dsp:nvSpPr>
        <dsp:cNvPr id="0" name=""/>
        <dsp:cNvSpPr/>
      </dsp:nvSpPr>
      <dsp:spPr>
        <a:xfrm>
          <a:off x="4114216" y="2442007"/>
          <a:ext cx="3485906" cy="20915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Instantly friendly with inviting colors, animations, humor, and a gentle challenge</a:t>
          </a:r>
        </a:p>
      </dsp:txBody>
      <dsp:txXfrm>
        <a:off x="4114216" y="2442007"/>
        <a:ext cx="3485906" cy="20915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D6EF98-6185-4DCE-8768-A045CE473C55}">
      <dsp:nvSpPr>
        <dsp:cNvPr id="0" name=""/>
        <dsp:cNvSpPr/>
      </dsp:nvSpPr>
      <dsp:spPr>
        <a:xfrm>
          <a:off x="0" y="151023"/>
          <a:ext cx="4941945" cy="494194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9CE490-8EC4-4D36-BA1B-EB746F727F0D}">
      <dsp:nvSpPr>
        <dsp:cNvPr id="0" name=""/>
        <dsp:cNvSpPr/>
      </dsp:nvSpPr>
      <dsp:spPr>
        <a:xfrm>
          <a:off x="469484" y="620508"/>
          <a:ext cx="1927358" cy="192735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Simple controls with short levels and clear feedback.</a:t>
          </a:r>
        </a:p>
      </dsp:txBody>
      <dsp:txXfrm>
        <a:off x="563570" y="714594"/>
        <a:ext cx="1739186" cy="1739186"/>
      </dsp:txXfrm>
    </dsp:sp>
    <dsp:sp modelId="{30B843C5-D444-4BAA-94B7-3D73FB8FC33A}">
      <dsp:nvSpPr>
        <dsp:cNvPr id="0" name=""/>
        <dsp:cNvSpPr/>
      </dsp:nvSpPr>
      <dsp:spPr>
        <a:xfrm>
          <a:off x="2545101" y="620508"/>
          <a:ext cx="1927358" cy="1927358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Colorful socks, animations, positive reinforcement and humor.</a:t>
          </a:r>
        </a:p>
      </dsp:txBody>
      <dsp:txXfrm>
        <a:off x="2639187" y="714594"/>
        <a:ext cx="1739186" cy="1739186"/>
      </dsp:txXfrm>
    </dsp:sp>
    <dsp:sp modelId="{E072B389-B875-47EC-83B0-90F45520ED03}">
      <dsp:nvSpPr>
        <dsp:cNvPr id="0" name=""/>
        <dsp:cNvSpPr/>
      </dsp:nvSpPr>
      <dsp:spPr>
        <a:xfrm>
          <a:off x="469484" y="2696125"/>
          <a:ext cx="1927358" cy="192735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Huge replay value! Achievements, new game plus system and an audio player.</a:t>
          </a:r>
          <a:endParaRPr lang="en-US" sz="1600" kern="1200" dirty="0">
            <a:latin typeface="Cascadia Mono" panose="020B0609020000020004" pitchFamily="49" charset="0"/>
            <a:cs typeface="Cascadia Mono" panose="020B0609020000020004" pitchFamily="49" charset="0"/>
          </a:endParaRPr>
        </a:p>
      </dsp:txBody>
      <dsp:txXfrm>
        <a:off x="563570" y="2790211"/>
        <a:ext cx="1739186" cy="1739186"/>
      </dsp:txXfrm>
    </dsp:sp>
    <dsp:sp modelId="{1C6719F6-CE1C-4749-AE6B-5E8134701E2D}">
      <dsp:nvSpPr>
        <dsp:cNvPr id="0" name=""/>
        <dsp:cNvSpPr/>
      </dsp:nvSpPr>
      <dsp:spPr>
        <a:xfrm>
          <a:off x="2545101" y="2696125"/>
          <a:ext cx="1927358" cy="192735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Accessibility by design with socks patterns, clear target areas and more </a:t>
          </a:r>
        </a:p>
      </dsp:txBody>
      <dsp:txXfrm>
        <a:off x="2639187" y="2790211"/>
        <a:ext cx="1739186" cy="17391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6456B-4900-4CED-B08C-D876CAB0B088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B9E0F-FD57-4845-BB6A-8F33EA230974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6ADCD-3A44-431C-B93A-C9DF720D5CE5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It was my first time building a game with controller support!</a:t>
          </a:r>
        </a:p>
      </dsp:txBody>
      <dsp:txXfrm>
        <a:off x="1058686" y="1808"/>
        <a:ext cx="6828013" cy="916611"/>
      </dsp:txXfrm>
    </dsp:sp>
    <dsp:sp modelId="{12E779B4-B254-4BA9-B916-BB5EB704D642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6937D-FFF0-4088-9FD1-D85222E4ECF5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F015B-9D2D-484F-8BD8-4BE038996313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Developing the marketing materials had made posting about Sock ‘Em Up so much easier </a:t>
          </a:r>
          <a:b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(premade tags and descriptions). </a:t>
          </a:r>
        </a:p>
      </dsp:txBody>
      <dsp:txXfrm>
        <a:off x="1058686" y="1147573"/>
        <a:ext cx="6828013" cy="916611"/>
      </dsp:txXfrm>
    </dsp:sp>
    <dsp:sp modelId="{25CBACEA-305E-4CE8-BB35-450FB5C82ED4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E929E7-ECA5-4374-914B-363A2D4B3151}">
      <dsp:nvSpPr>
        <dsp:cNvPr id="0" name=""/>
        <dsp:cNvSpPr/>
      </dsp:nvSpPr>
      <dsp:spPr>
        <a:xfrm flipH="1" flipV="1">
          <a:off x="462041" y="2654877"/>
          <a:ext cx="134604" cy="193532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3D05F-6FD6-48BA-8F34-5107EF8668AA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I normally losing steam polishing my games </a:t>
          </a:r>
          <a:b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but having a goal helped me pushed me through </a:t>
          </a:r>
          <a:b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with a smile on my face.</a:t>
          </a:r>
        </a:p>
      </dsp:txBody>
      <dsp:txXfrm>
        <a:off x="1058686" y="2293338"/>
        <a:ext cx="6828013" cy="916611"/>
      </dsp:txXfrm>
    </dsp:sp>
    <dsp:sp modelId="{3538185E-39B9-4EEC-9E0C-DE5B83AE69A1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E18521-8982-4DDA-B684-ACFEDDDD9DB5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97EAB-85C9-4364-9B10-B0DF9CF6B0F4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I used Claude Code directly in my IDE and it </a:t>
          </a:r>
          <a:b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</a:br>
          <a:r>
            <a:rPr lang="en-US" sz="18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was awesome, letting me focus on design and polish and not coding.</a:t>
          </a:r>
        </a:p>
      </dsp:txBody>
      <dsp:txXfrm>
        <a:off x="1058686" y="3439103"/>
        <a:ext cx="68280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diagramData" Target="../diagrams/data1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4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gif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gif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weird-demon-games.itch.io/sock-em-u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2.png"/><Relationship Id="rId12" Type="http://schemas.openxmlformats.org/officeDocument/2006/relationships/image" Target="../media/image20.png"/><Relationship Id="rId17" Type="http://schemas.openxmlformats.org/officeDocument/2006/relationships/image" Target="../media/image42.png"/><Relationship Id="rId2" Type="http://schemas.openxmlformats.org/officeDocument/2006/relationships/diagramData" Target="../diagrams/data4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image" Target="../media/image19.png"/><Relationship Id="rId5" Type="http://schemas.openxmlformats.org/officeDocument/2006/relationships/diagramColors" Target="../diagrams/colors4.xml"/><Relationship Id="rId15" Type="http://schemas.openxmlformats.org/officeDocument/2006/relationships/image" Target="../media/image40.png"/><Relationship Id="rId10" Type="http://schemas.openxmlformats.org/officeDocument/2006/relationships/image" Target="../media/image18.png"/><Relationship Id="rId19" Type="http://schemas.openxmlformats.org/officeDocument/2006/relationships/image" Target="../media/image44.pn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7.png"/><Relationship Id="rId1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43" y="448128"/>
            <a:ext cx="2919412" cy="122529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latin typeface="Cascadia Mono" panose="020B0609020000020004" pitchFamily="49" charset="0"/>
                <a:cs typeface="Cascadia Mono" panose="020B0609020000020004" pitchFamily="49" charset="0"/>
              </a:rPr>
              <a:t>My JAMPACK Journey!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7E87A-8F7B-2522-D7EF-EF7EA5A8E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556" y="1364771"/>
            <a:ext cx="5177790" cy="4219898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D37DD1-5527-FF39-F910-83407E19D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79" y="1746578"/>
            <a:ext cx="2785141" cy="103794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00" y="2294138"/>
            <a:ext cx="2810150" cy="321737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Cascadia Mono" panose="020B0609020000020004" pitchFamily="49" charset="0"/>
                <a:cs typeface="Cascadia Mono" panose="020B0609020000020004" pitchFamily="49" charset="0"/>
              </a:rPr>
              <a:t>Diving into the </a:t>
            </a:r>
            <a:r>
              <a:rPr lang="en-US" sz="22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fun </a:t>
            </a:r>
            <a:r>
              <a:rPr lang="en-US" sz="2200" dirty="0">
                <a:latin typeface="Cascadia Mono" panose="020B0609020000020004" pitchFamily="49" charset="0"/>
                <a:cs typeface="Cascadia Mono" panose="020B0609020000020004" pitchFamily="49" charset="0"/>
              </a:rPr>
              <a:t>and </a:t>
            </a:r>
            <a:r>
              <a:rPr lang="en-US" sz="22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features </a:t>
            </a:r>
            <a:r>
              <a:rPr lang="en-US" sz="2200" dirty="0">
                <a:latin typeface="Cascadia Mono" panose="020B0609020000020004" pitchFamily="49" charset="0"/>
                <a:cs typeface="Cascadia Mono" panose="020B0609020000020004" pitchFamily="49" charset="0"/>
              </a:rPr>
              <a:t>developed during the JAMPACK Incubator program!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3493EE-E8CD-1014-A226-E4C9FC0DB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25" y="1838089"/>
            <a:ext cx="2919412" cy="1267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464" y="327924"/>
            <a:ext cx="5742192" cy="859155"/>
          </a:xfrm>
        </p:spPr>
        <p:txBody>
          <a:bodyPr anchor="b">
            <a:normAutofit/>
          </a:bodyPr>
          <a:lstStyle/>
          <a:p>
            <a:pPr algn="l"/>
            <a:r>
              <a:rPr lang="en-CA" sz="3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Who is Ken Wheadon?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36ACBA-08E8-0DFB-144C-ED1AAFD330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1570842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F38F4B8-D654-283E-6A9E-257085D614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1815"/>
          <a:stretch>
            <a:fillRect/>
          </a:stretch>
        </p:blipFill>
        <p:spPr>
          <a:xfrm>
            <a:off x="6715126" y="-4811"/>
            <a:ext cx="2425964" cy="1639313"/>
          </a:xfrm>
          <a:prstGeom prst="rect">
            <a:avLst/>
          </a:prstGeom>
        </p:spPr>
      </p:pic>
      <p:pic>
        <p:nvPicPr>
          <p:cNvPr id="4" name="Picture 3" descr="A blue heart with black background&#10;&#10;AI-generated content may be incorrect.">
            <a:extLst>
              <a:ext uri="{FF2B5EF4-FFF2-40B4-BE49-F238E27FC236}">
                <a16:creationId xmlns:a16="http://schemas.microsoft.com/office/drawing/2014/main" id="{D064554F-D518-0598-7E7C-F414C6F61F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200" y="5550408"/>
            <a:ext cx="682963" cy="601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710B66-0E2B-6906-7498-0FA86072CD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033" y="4451765"/>
            <a:ext cx="446257" cy="527395"/>
          </a:xfrm>
          <a:prstGeom prst="rect">
            <a:avLst/>
          </a:prstGeom>
        </p:spPr>
      </p:pic>
      <p:pic>
        <p:nvPicPr>
          <p:cNvPr id="8" name="Picture 7" descr="A black and grey letter h&#10;&#10;AI-generated content may be incorrect.">
            <a:extLst>
              <a:ext uri="{FF2B5EF4-FFF2-40B4-BE49-F238E27FC236}">
                <a16:creationId xmlns:a16="http://schemas.microsoft.com/office/drawing/2014/main" id="{8492D076-C609-C8EC-A26D-92311C9771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957" y="4442621"/>
            <a:ext cx="771448" cy="478338"/>
          </a:xfrm>
          <a:prstGeom prst="rect">
            <a:avLst/>
          </a:prstGeom>
        </p:spPr>
      </p:pic>
      <p:pic>
        <p:nvPicPr>
          <p:cNvPr id="15" name="Picture 14" descr="A pixelated blue and yellow object&#10;&#10;AI-generated content may be incorrect.">
            <a:extLst>
              <a:ext uri="{FF2B5EF4-FFF2-40B4-BE49-F238E27FC236}">
                <a16:creationId xmlns:a16="http://schemas.microsoft.com/office/drawing/2014/main" id="{54459606-6917-9B12-04F1-A90E9747FC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327" y="3250213"/>
            <a:ext cx="655395" cy="6090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097340-A01F-F15B-8F87-4E21ED1795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000" y="2146650"/>
            <a:ext cx="577290" cy="520209"/>
          </a:xfrm>
          <a:prstGeom prst="rect">
            <a:avLst/>
          </a:prstGeom>
        </p:spPr>
      </p:pic>
      <p:pic>
        <p:nvPicPr>
          <p:cNvPr id="17" name="Picture 16" descr="A pixelated trophy with a black background&#10;&#10;AI-generated content may be incorrect.">
            <a:extLst>
              <a:ext uri="{FF2B5EF4-FFF2-40B4-BE49-F238E27FC236}">
                <a16:creationId xmlns:a16="http://schemas.microsoft.com/office/drawing/2014/main" id="{386C6254-3069-5908-4954-1E44A9F0C54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038" y="2070979"/>
            <a:ext cx="577684" cy="665416"/>
          </a:xfrm>
          <a:prstGeom prst="rect">
            <a:avLst/>
          </a:prstGeom>
        </p:spPr>
      </p:pic>
      <p:pic>
        <p:nvPicPr>
          <p:cNvPr id="23" name="Picture 22" descr="A purple sock with white dots&#10;&#10;AI-generated content may be incorrect.">
            <a:extLst>
              <a:ext uri="{FF2B5EF4-FFF2-40B4-BE49-F238E27FC236}">
                <a16:creationId xmlns:a16="http://schemas.microsoft.com/office/drawing/2014/main" id="{EA59EF0E-E0E4-E8D2-16B6-F78916D424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838195">
            <a:off x="8148536" y="4660368"/>
            <a:ext cx="515308" cy="637584"/>
          </a:xfrm>
          <a:prstGeom prst="rect">
            <a:avLst/>
          </a:prstGeom>
        </p:spPr>
      </p:pic>
      <p:pic>
        <p:nvPicPr>
          <p:cNvPr id="25" name="Picture 24" descr="A pixelated yellow sock&#10;&#10;AI-generated content may be incorrect.">
            <a:extLst>
              <a:ext uri="{FF2B5EF4-FFF2-40B4-BE49-F238E27FC236}">
                <a16:creationId xmlns:a16="http://schemas.microsoft.com/office/drawing/2014/main" id="{84BB1F37-1673-4435-19E5-BD6B157ED26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193131">
            <a:off x="8131854" y="3552907"/>
            <a:ext cx="492414" cy="612720"/>
          </a:xfrm>
          <a:prstGeom prst="rect">
            <a:avLst/>
          </a:prstGeom>
        </p:spPr>
      </p:pic>
      <p:pic>
        <p:nvPicPr>
          <p:cNvPr id="27" name="Picture 26" descr="A pixelated red and white sock&#10;&#10;AI-generated content may be incorrect.">
            <a:extLst>
              <a:ext uri="{FF2B5EF4-FFF2-40B4-BE49-F238E27FC236}">
                <a16:creationId xmlns:a16="http://schemas.microsoft.com/office/drawing/2014/main" id="{D0E17420-07B0-F301-8990-DF0E06BFD8F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839982">
            <a:off x="8108174" y="2367908"/>
            <a:ext cx="491510" cy="604723"/>
          </a:xfrm>
          <a:prstGeom prst="rect">
            <a:avLst/>
          </a:prstGeom>
        </p:spPr>
      </p:pic>
      <p:pic>
        <p:nvPicPr>
          <p:cNvPr id="29" name="Picture 28" descr="A blue sock with a striped sock&#10;&#10;AI-generated content may be incorrect.">
            <a:extLst>
              <a:ext uri="{FF2B5EF4-FFF2-40B4-BE49-F238E27FC236}">
                <a16:creationId xmlns:a16="http://schemas.microsoft.com/office/drawing/2014/main" id="{B45F193A-4097-1311-EBA8-B7647CD3E6F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701567">
            <a:off x="8102743" y="5832136"/>
            <a:ext cx="501238" cy="6195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248" y="320921"/>
            <a:ext cx="3959352" cy="1076914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Meet the Game: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51299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847778-D873-D661-60A0-E2CFD3E7B4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419982"/>
              </p:ext>
            </p:extLst>
          </p:nvPr>
        </p:nvGraphicFramePr>
        <p:xfrm>
          <a:off x="628650" y="1737360"/>
          <a:ext cx="7879842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cartoon of a green monster&#10;&#10;AI-generated content may be incorrect.">
            <a:extLst>
              <a:ext uri="{FF2B5EF4-FFF2-40B4-BE49-F238E27FC236}">
                <a16:creationId xmlns:a16="http://schemas.microsoft.com/office/drawing/2014/main" id="{CE04CADF-15E3-19AE-C871-5C22CBDD7F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60" y="355920"/>
            <a:ext cx="673896" cy="1112777"/>
          </a:xfrm>
          <a:prstGeom prst="rect">
            <a:avLst/>
          </a:prstGeom>
        </p:spPr>
      </p:pic>
      <p:pic>
        <p:nvPicPr>
          <p:cNvPr id="7" name="Picture 6" descr="A pixelated text with socks&#10;&#10;AI-generated content may be incorrect.">
            <a:extLst>
              <a:ext uri="{FF2B5EF4-FFF2-40B4-BE49-F238E27FC236}">
                <a16:creationId xmlns:a16="http://schemas.microsoft.com/office/drawing/2014/main" id="{266B8899-4E6D-EB00-3234-CCF3E5380C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6163" y="397464"/>
            <a:ext cx="1327790" cy="950996"/>
          </a:xfrm>
          <a:prstGeom prst="rect">
            <a:avLst/>
          </a:prstGeom>
        </p:spPr>
      </p:pic>
      <p:pic>
        <p:nvPicPr>
          <p:cNvPr id="10" name="Picture 9" descr="A pile of socks on a black background&#10;&#10;AI-generated content may be incorrect.">
            <a:extLst>
              <a:ext uri="{FF2B5EF4-FFF2-40B4-BE49-F238E27FC236}">
                <a16:creationId xmlns:a16="http://schemas.microsoft.com/office/drawing/2014/main" id="{1354E086-A01D-E99F-0B8C-0FB325273E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0193" y="5623559"/>
            <a:ext cx="1593807" cy="11471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937" y="172244"/>
            <a:ext cx="4445440" cy="1624275"/>
          </a:xfrm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 Peek at </a:t>
            </a:r>
            <a:b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the World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Picture 7" descr="A video game screen with socks and socks&#10;&#10;AI-generated content may be incorrect.">
            <a:extLst>
              <a:ext uri="{FF2B5EF4-FFF2-40B4-BE49-F238E27FC236}">
                <a16:creationId xmlns:a16="http://schemas.microsoft.com/office/drawing/2014/main" id="{BF557C53-D5A5-6C8B-F402-4487FB23D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532" y="2428244"/>
            <a:ext cx="4783858" cy="3805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A23551-4BE8-60D6-7B0E-90994463E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4" y="477776"/>
            <a:ext cx="1123950" cy="676275"/>
          </a:xfrm>
          <a:prstGeom prst="rect">
            <a:avLst/>
          </a:prstGeom>
        </p:spPr>
      </p:pic>
      <p:pic>
        <p:nvPicPr>
          <p:cNvPr id="6" name="Picture 5" descr="A pixelated orange and blue sock&#10;&#10;AI-generated content may be incorrect.">
            <a:extLst>
              <a:ext uri="{FF2B5EF4-FFF2-40B4-BE49-F238E27FC236}">
                <a16:creationId xmlns:a16="http://schemas.microsoft.com/office/drawing/2014/main" id="{711C7B04-1ED1-246A-8D90-E66BA7807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31931">
            <a:off x="8507286" y="5795199"/>
            <a:ext cx="507710" cy="618328"/>
          </a:xfrm>
          <a:prstGeom prst="rect">
            <a:avLst/>
          </a:prstGeom>
        </p:spPr>
      </p:pic>
      <p:pic>
        <p:nvPicPr>
          <p:cNvPr id="9" name="Picture 8" descr="A cartoon of a green person and a green person&#10;&#10;AI-generated content may be incorrect.">
            <a:extLst>
              <a:ext uri="{FF2B5EF4-FFF2-40B4-BE49-F238E27FC236}">
                <a16:creationId xmlns:a16="http://schemas.microsoft.com/office/drawing/2014/main" id="{6CD19256-1D45-8DD8-15A9-8C24C926E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440" y="609523"/>
            <a:ext cx="2076518" cy="11593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1BF7ED-29E4-550A-0CF7-15CAB9333A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594"/>
          <a:stretch>
            <a:fillRect/>
          </a:stretch>
        </p:blipFill>
        <p:spPr>
          <a:xfrm>
            <a:off x="308610" y="1964561"/>
            <a:ext cx="8401050" cy="1619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C84D08-54CA-71F2-E0A2-A9030F0204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56" y="2182501"/>
            <a:ext cx="3506566" cy="75125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610" y="2471871"/>
            <a:ext cx="3434312" cy="410266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Martha is a tiny goblin landlady who demands rent payment in socks! She has a tragic backstory – but you’ll have to beat each of the 9 base levels to unlock it! </a:t>
            </a:r>
            <a:b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Each level has a matching section for making sock balls and a throwing section – where Martha is trying to dodge rent so she can evict you and earn more with the next tenant!</a:t>
            </a:r>
          </a:p>
          <a:p>
            <a:pPr>
              <a:lnSpc>
                <a:spcPct val="90000"/>
              </a:lnSpc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It’s easy to jump in but tough to master! With lots of incentives to make you want to be a sock ball throwing expert!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709375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84243" y="1789005"/>
            <a:ext cx="5413238" cy="324475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17" y="808510"/>
            <a:ext cx="3117517" cy="250051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Why It Works for Kids in Hospitals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34BB2486-56C3-1DAF-114E-E641093B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9" y="3469940"/>
            <a:ext cx="4910641" cy="327376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2F421C-31EE-C910-B2AE-4898FECEE0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236648"/>
              </p:ext>
            </p:extLst>
          </p:nvPr>
        </p:nvGraphicFramePr>
        <p:xfrm>
          <a:off x="3582547" y="819369"/>
          <a:ext cx="4941945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A cartoon of a green monster holding balls&#10;&#10;AI-generated content may be incorrect.">
            <a:extLst>
              <a:ext uri="{FF2B5EF4-FFF2-40B4-BE49-F238E27FC236}">
                <a16:creationId xmlns:a16="http://schemas.microsoft.com/office/drawing/2014/main" id="{8AF5F1F5-BE04-C36F-DA40-C6777D5DA1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5257" y="5241163"/>
            <a:ext cx="997824" cy="1502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69" y="3630174"/>
            <a:ext cx="3272105" cy="1995499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Jam Chaos to Polished Gem</a:t>
            </a: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26F1BB02-1D28-A0F9-D920-C5B98EB895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94" b="30584"/>
          <a:stretch>
            <a:fillRect/>
          </a:stretch>
        </p:blipFill>
        <p:spPr>
          <a:xfrm>
            <a:off x="20" y="10"/>
            <a:ext cx="9143980" cy="3495665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74" y="3429000"/>
            <a:ext cx="5653357" cy="3255263"/>
          </a:xfrm>
        </p:spPr>
        <p:txBody>
          <a:bodyPr anchor="ctr"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Expanded from 6 levels -&gt; 9 levels &amp; 4 additional difficulties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Added a tutorial and unlockable backstory for Martha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UI / UX improvements to every screen!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Added 65 achievements, each with a unique icon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5 secret bonus videos, 1 for beating each difficulty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Added 8+ audio tracks and an audio player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Added 18+ sprite animations</a:t>
            </a:r>
          </a:p>
        </p:txBody>
      </p:sp>
      <p:pic>
        <p:nvPicPr>
          <p:cNvPr id="6" name="Picture 5" descr="A pixelated socks with brown and yellow socks&#10;&#10;AI-generated content may be incorrect.">
            <a:extLst>
              <a:ext uri="{FF2B5EF4-FFF2-40B4-BE49-F238E27FC236}">
                <a16:creationId xmlns:a16="http://schemas.microsoft.com/office/drawing/2014/main" id="{A485A0FC-C600-857F-9588-43B2936A6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50" y="5672631"/>
            <a:ext cx="613982" cy="742937"/>
          </a:xfrm>
          <a:prstGeom prst="rect">
            <a:avLst/>
          </a:prstGeom>
        </p:spPr>
      </p:pic>
      <p:pic>
        <p:nvPicPr>
          <p:cNvPr id="8" name="Picture 7" descr="A diamond shaped pixelated image&#10;&#10;AI-generated content may be incorrect.">
            <a:extLst>
              <a:ext uri="{FF2B5EF4-FFF2-40B4-BE49-F238E27FC236}">
                <a16:creationId xmlns:a16="http://schemas.microsoft.com/office/drawing/2014/main" id="{2BE3AF21-FE9F-0532-2ACE-835328981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622" y="5718431"/>
            <a:ext cx="795338" cy="651335"/>
          </a:xfrm>
          <a:prstGeom prst="rect">
            <a:avLst/>
          </a:prstGeom>
        </p:spPr>
      </p:pic>
      <p:pic>
        <p:nvPicPr>
          <p:cNvPr id="10" name="Picture 9" descr="A pixelated blue sock&#10;&#10;AI-generated content may be incorrect.">
            <a:extLst>
              <a:ext uri="{FF2B5EF4-FFF2-40B4-BE49-F238E27FC236}">
                <a16:creationId xmlns:a16="http://schemas.microsoft.com/office/drawing/2014/main" id="{29EF1EF0-67AA-817E-1738-AA9A10E3E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151" y="5625673"/>
            <a:ext cx="496062" cy="7440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1" y="633619"/>
            <a:ext cx="320953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074" y="3090678"/>
            <a:ext cx="1717788" cy="1106424"/>
          </a:xfrm>
        </p:spPr>
        <p:txBody>
          <a:bodyPr>
            <a:noAutofit/>
          </a:bodyPr>
          <a:lstStyle/>
          <a:p>
            <a:r>
              <a:rPr lang="en-US" sz="2600" dirty="0">
                <a:latin typeface="Cascadia Mono" panose="020B0609020000020004" pitchFamily="49" charset="0"/>
                <a:cs typeface="Cascadia Mono" panose="020B0609020000020004" pitchFamily="49" charset="0"/>
              </a:rPr>
              <a:t>Let’s Play!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5" y="1171300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2252870"/>
            <a:ext cx="2935224" cy="3560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latin typeface="Cascadia Mono" panose="020B0609020000020004" pitchFamily="49" charset="0"/>
                <a:cs typeface="Cascadia Mono" panose="020B0609020000020004" pitchFamily="49" charset="0"/>
              </a:rPr>
              <a:t>Are you ready to see some gameplay from the first few levels?</a:t>
            </a:r>
          </a:p>
          <a:p>
            <a:pPr marL="0" indent="0">
              <a:buNone/>
            </a:pPr>
            <a:endParaRPr lang="en-US" sz="1500" dirty="0">
              <a:latin typeface="Cascadia Mono" panose="020B0609020000020004" pitchFamily="49" charset="0"/>
              <a:cs typeface="Cascadia Mono" panose="020B0609020000020004" pitchFamily="49" charset="0"/>
              <a:hlinkClick r:id="rId2"/>
            </a:endParaRPr>
          </a:p>
          <a:p>
            <a:pPr marL="0" indent="0">
              <a:buNone/>
            </a:pPr>
            <a:endParaRPr lang="en-US" sz="15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4" y="2093976"/>
            <a:ext cx="2496312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AE13E14-8C66-DFE7-8AB6-A968BBB1E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325491"/>
            <a:ext cx="4992624" cy="4106433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8" name="Picture 7" descr="A pile of socks on a black background&#10;&#10;AI-generated content may be incorrect.">
            <a:extLst>
              <a:ext uri="{FF2B5EF4-FFF2-40B4-BE49-F238E27FC236}">
                <a16:creationId xmlns:a16="http://schemas.microsoft.com/office/drawing/2014/main" id="{A877FA7A-BF90-8B36-F107-285836721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39" y="4269237"/>
            <a:ext cx="2462022" cy="1772115"/>
          </a:xfrm>
          <a:prstGeom prst="rect">
            <a:avLst/>
          </a:prstGeom>
        </p:spPr>
      </p:pic>
      <p:pic>
        <p:nvPicPr>
          <p:cNvPr id="10" name="Picture 9" descr="A grey and black sign with a triangle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CE3557BF-4F62-49E6-C7C8-16F70538B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059" y="3192572"/>
            <a:ext cx="863908" cy="9026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A82F9C-488D-0B8F-3839-15E64E66AE70}"/>
              </a:ext>
            </a:extLst>
          </p:cNvPr>
          <p:cNvSpPr txBox="1"/>
          <p:nvPr/>
        </p:nvSpPr>
        <p:spPr>
          <a:xfrm>
            <a:off x="658094" y="705688"/>
            <a:ext cx="2559164" cy="131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Gameplay Showcase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0581CE-B37C-93B3-FA7E-4A17F0871FD8}"/>
              </a:ext>
            </a:extLst>
          </p:cNvPr>
          <p:cNvSpPr txBox="1"/>
          <p:nvPr/>
        </p:nvSpPr>
        <p:spPr>
          <a:xfrm>
            <a:off x="4316837" y="6523068"/>
            <a:ext cx="50649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  <a:hlinkClick r:id="rId2"/>
              </a:rPr>
              <a:t>https://weird-demon-games.itch.io/sock-em-up</a:t>
            </a: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33A55-6DA6-A938-B5F6-DB4F4B223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51A9-A75B-7C9F-87C3-D32A7F87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64" y="327924"/>
            <a:ext cx="3995688" cy="1247478"/>
          </a:xfrm>
        </p:spPr>
        <p:txBody>
          <a:bodyPr anchor="b">
            <a:noAutofit/>
          </a:bodyPr>
          <a:lstStyle/>
          <a:p>
            <a:pPr algn="l"/>
            <a:r>
              <a:rPr lang="en-US" sz="3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What I Learned (and Loved)</a:t>
            </a:r>
            <a:endParaRPr lang="en-CA" sz="3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314F13-EBB7-84A7-CE09-42C9A9629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9629596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F80FFBB-1D59-004B-1958-219C67E2E6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033" y="4451765"/>
            <a:ext cx="446257" cy="5273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8D749C9-B2B3-BC76-4F9E-CE1E0C59A1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000" y="2146650"/>
            <a:ext cx="577290" cy="520209"/>
          </a:xfrm>
          <a:prstGeom prst="rect">
            <a:avLst/>
          </a:prstGeom>
        </p:spPr>
      </p:pic>
      <p:pic>
        <p:nvPicPr>
          <p:cNvPr id="23" name="Picture 22" descr="A purple sock with white dots&#10;&#10;AI-generated content may be incorrect.">
            <a:extLst>
              <a:ext uri="{FF2B5EF4-FFF2-40B4-BE49-F238E27FC236}">
                <a16:creationId xmlns:a16="http://schemas.microsoft.com/office/drawing/2014/main" id="{EEB6DFBA-3700-706B-1A4B-B4DA7F65AE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838195">
            <a:off x="8148536" y="4660368"/>
            <a:ext cx="515308" cy="637584"/>
          </a:xfrm>
          <a:prstGeom prst="rect">
            <a:avLst/>
          </a:prstGeom>
        </p:spPr>
      </p:pic>
      <p:pic>
        <p:nvPicPr>
          <p:cNvPr id="25" name="Picture 24" descr="A pixelated yellow sock&#10;&#10;AI-generated content may be incorrect.">
            <a:extLst>
              <a:ext uri="{FF2B5EF4-FFF2-40B4-BE49-F238E27FC236}">
                <a16:creationId xmlns:a16="http://schemas.microsoft.com/office/drawing/2014/main" id="{906353A7-409E-C363-41DF-42702D03C7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193131">
            <a:off x="8131854" y="3552907"/>
            <a:ext cx="492414" cy="612720"/>
          </a:xfrm>
          <a:prstGeom prst="rect">
            <a:avLst/>
          </a:prstGeom>
        </p:spPr>
      </p:pic>
      <p:pic>
        <p:nvPicPr>
          <p:cNvPr id="27" name="Picture 26" descr="A pixelated red and white sock&#10;&#10;AI-generated content may be incorrect.">
            <a:extLst>
              <a:ext uri="{FF2B5EF4-FFF2-40B4-BE49-F238E27FC236}">
                <a16:creationId xmlns:a16="http://schemas.microsoft.com/office/drawing/2014/main" id="{DB97DFA4-00E5-8DD7-CB27-09CB0D41DB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839982">
            <a:off x="8108174" y="2367908"/>
            <a:ext cx="491510" cy="604723"/>
          </a:xfrm>
          <a:prstGeom prst="rect">
            <a:avLst/>
          </a:prstGeom>
        </p:spPr>
      </p:pic>
      <p:pic>
        <p:nvPicPr>
          <p:cNvPr id="29" name="Picture 28" descr="A blue sock with a striped sock&#10;&#10;AI-generated content may be incorrect.">
            <a:extLst>
              <a:ext uri="{FF2B5EF4-FFF2-40B4-BE49-F238E27FC236}">
                <a16:creationId xmlns:a16="http://schemas.microsoft.com/office/drawing/2014/main" id="{26F8F354-4AB7-B3F9-6A55-EA63F006B58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701567">
            <a:off x="8102743" y="5832136"/>
            <a:ext cx="501238" cy="619508"/>
          </a:xfrm>
          <a:prstGeom prst="rect">
            <a:avLst/>
          </a:prstGeom>
        </p:spPr>
      </p:pic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CF96DF3-0277-37EE-9EB0-6EB953FC5A3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7103" t="14610" r="11606" b="15820"/>
          <a:stretch>
            <a:fillRect/>
          </a:stretch>
        </p:blipFill>
        <p:spPr>
          <a:xfrm>
            <a:off x="6199632" y="84644"/>
            <a:ext cx="2816352" cy="17340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Picture 6" descr="A group of yellow and brown squares&#10;&#10;AI-generated content may be incorrect.">
            <a:extLst>
              <a:ext uri="{FF2B5EF4-FFF2-40B4-BE49-F238E27FC236}">
                <a16:creationId xmlns:a16="http://schemas.microsoft.com/office/drawing/2014/main" id="{E11F616C-0A84-19A1-83EA-68F0066CC5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6491" y="4334117"/>
            <a:ext cx="483299" cy="6229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5B7C84-06A9-87E8-91F2-E16D9173F74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575" y="5504312"/>
            <a:ext cx="446257" cy="595009"/>
          </a:xfrm>
          <a:prstGeom prst="rect">
            <a:avLst/>
          </a:prstGeom>
        </p:spPr>
      </p:pic>
      <p:pic>
        <p:nvPicPr>
          <p:cNvPr id="16" name="Picture 15" descr="A diamond shaped object with a black background&#10;&#10;AI-generated content may be incorrect.">
            <a:extLst>
              <a:ext uri="{FF2B5EF4-FFF2-40B4-BE49-F238E27FC236}">
                <a16:creationId xmlns:a16="http://schemas.microsoft.com/office/drawing/2014/main" id="{1CFA83F3-5D74-E7AD-66BF-DD8759D48C8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0195" y="5532334"/>
            <a:ext cx="562737" cy="6187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C06035-E2FC-9F7A-8784-0F85EE3FD92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3786" y="3309745"/>
            <a:ext cx="583936" cy="583936"/>
          </a:xfrm>
          <a:prstGeom prst="rect">
            <a:avLst/>
          </a:prstGeom>
        </p:spPr>
      </p:pic>
      <p:pic>
        <p:nvPicPr>
          <p:cNvPr id="20" name="Picture 19" descr="A pixelated hand with thumb up&#10;&#10;AI-generated content may be incorrect.">
            <a:extLst>
              <a:ext uri="{FF2B5EF4-FFF2-40B4-BE49-F238E27FC236}">
                <a16:creationId xmlns:a16="http://schemas.microsoft.com/office/drawing/2014/main" id="{A628FD20-B07E-6563-C4A9-BD3B799D491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9575" y="3168080"/>
            <a:ext cx="562737" cy="636210"/>
          </a:xfrm>
          <a:prstGeom prst="rect">
            <a:avLst/>
          </a:prstGeom>
        </p:spPr>
      </p:pic>
      <p:pic>
        <p:nvPicPr>
          <p:cNvPr id="28" name="Picture 27" descr="A red and black square with a cross&#10;&#10;AI-generated content may be incorrect.">
            <a:extLst>
              <a:ext uri="{FF2B5EF4-FFF2-40B4-BE49-F238E27FC236}">
                <a16:creationId xmlns:a16="http://schemas.microsoft.com/office/drawing/2014/main" id="{0C4511EC-0501-DBB5-9473-3A9C1FC4CD9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0509" y="2105917"/>
            <a:ext cx="557213" cy="61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22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943405"/>
            <a:ext cx="2468166" cy="1442412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Thanks!</a:t>
            </a:r>
          </a:p>
        </p:txBody>
      </p:sp>
      <p:pic>
        <p:nvPicPr>
          <p:cNvPr id="5" name="Picture 4" descr="A cartoon of a green monster holding a pile of socks&#10;&#10;AI-generated content may be incorrect.">
            <a:extLst>
              <a:ext uri="{FF2B5EF4-FFF2-40B4-BE49-F238E27FC236}">
                <a16:creationId xmlns:a16="http://schemas.microsoft.com/office/drawing/2014/main" id="{373857AC-9F9F-0486-663F-93E6347A56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22" b="10510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711" y="4019550"/>
            <a:ext cx="5614060" cy="2452687"/>
          </a:xfrm>
        </p:spPr>
        <p:txBody>
          <a:bodyPr anchor="ctr"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This wouldn’t have been possible without Games for Love and the awesome team supporting me.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It’s been lovely meeting new people and getting to share my game development journey with everyone.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I can’t wait for what’s next with </a:t>
            </a:r>
            <a:b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16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Sock ‘Em Up</a:t>
            </a:r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and the next games that I’ll tackle with all that I’ve learned! </a:t>
            </a:r>
          </a:p>
        </p:txBody>
      </p:sp>
      <p:pic>
        <p:nvPicPr>
          <p:cNvPr id="6" name="Picture 5" descr="A red heart with a cross&#10;&#10;AI-generated content may be incorrect.">
            <a:extLst>
              <a:ext uri="{FF2B5EF4-FFF2-40B4-BE49-F238E27FC236}">
                <a16:creationId xmlns:a16="http://schemas.microsoft.com/office/drawing/2014/main" id="{8AC36BDA-43C3-1CD7-850D-694F30371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504" y="5145309"/>
            <a:ext cx="914675" cy="9338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565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Cascadia Code SemiBold</vt:lpstr>
      <vt:lpstr>Cascadia Mono</vt:lpstr>
      <vt:lpstr>Office Theme</vt:lpstr>
      <vt:lpstr>My JAMPACK Journey!</vt:lpstr>
      <vt:lpstr>Who is Ken Wheadon?</vt:lpstr>
      <vt:lpstr>Meet the Game:</vt:lpstr>
      <vt:lpstr>A Peek at  the World</vt:lpstr>
      <vt:lpstr>Why It Works for Kids in Hospitals</vt:lpstr>
      <vt:lpstr>Jam Chaos to Polished Gem</vt:lpstr>
      <vt:lpstr>Let’s Play!</vt:lpstr>
      <vt:lpstr>What I Learned (and Loved)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 Wheadon</cp:lastModifiedBy>
  <cp:revision>8</cp:revision>
  <dcterms:created xsi:type="dcterms:W3CDTF">2013-01-27T09:14:16Z</dcterms:created>
  <dcterms:modified xsi:type="dcterms:W3CDTF">2025-11-01T02:25:41Z</dcterms:modified>
  <cp:category/>
</cp:coreProperties>
</file>