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Hi, I’m [Your Name] — and this is my Cause Jam journey!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[Include logo or key art from your game]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[Short tagline, e.g. “Made with love, laughter, and too much coffee.”]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Who I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Indie dev, designer, and chaos wrangler.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[Quick self-intro — where you’re from, your creative focus]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[Fun fact or quirky hook: e.g. “Once made a game about sentient toast.”]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[Why you joined Cause Jam — make something joyful for kids.]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Why Cause Jam?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Making something that matters.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[Reason you joined — giving back, empathy, creative challenge.]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[Mention mission: games for kids in hospitals.]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[How the theme inspired your idea.]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Meet: [GAME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[1-line pitch — genre + emotional hook.]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[What makes it fun or unique.]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[Target player / accessibility focus.]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[Logo or animated title screen goes here.]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A quick peek at the world of [Game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[Short premise or story summary.]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[Tone / mood: cozy, funny, uplifting.]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[Core mechanic in one line.]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[Screenshots or GIF montage here.]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Why it works for kids in hospitals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[Simple controls / short sessions / clear feedback.]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[Positive reinforcement or humor.]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[Inclusive art or comforting themes.]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[Accessibility design highlight.]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From jam chaos to polished 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[Changes from Cause Jam → incubator version.]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[1–2 big lessons or breakthroughs.]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[Mentor shout-out or team moment.]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[Before/after screenshots or Trello chaos board.]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Let’s play!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[Brief intro to gameplay clip.]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[What to watch for: fun moments, challenge, or player reactions.]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[Play video / show GIFs — minimal narration.]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What I learned (and loved)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[Top 2–3 takeaways: design, empathy, growth.]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[How it changed your perspective as a dev.]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[Personal growth or emotional insight.]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Next steps for [Game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[Future polish or feature plans.]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[Possible collaborations or expansions.]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[Playful closer: “More smiles coming soon!”]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>
                <a:solidFill>
                  <a:srgbClr val="2878C8"/>
                </a:solidFill>
                <a:latin typeface="Comic Sans MS"/>
              </a:rPr>
              <a:t>Thanks to the JumpPack team, mentors, and players!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[Logos / credits / shout-outs.]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[Fun ending image or GIF.]</a:t>
            </a:r>
          </a:p>
          <a:p>
            <a:pPr/>
            <a:r>
              <a:rPr sz="2000">
                <a:solidFill>
                  <a:srgbClr val="FF8C00"/>
                </a:solidFill>
                <a:latin typeface="Comic Sans MS"/>
              </a:rPr>
              <a:t>[Closing thank-you line.]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  <a:latin typeface="Comic Sans MS"/>
              </a:defRPr>
            </a:pPr>
            <a:r>
              <a:t>Thanks for Playing!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2878C8"/>
                </a:solidFill>
                <a:latin typeface="Comic Sans MS"/>
              </a:defRPr>
            </a:pPr>
            <a:r>
              <a:t>Created for Cause Jam &amp; JumpPack Incubator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2878C8"/>
                </a:solidFill>
                <a:latin typeface="Comic Sans MS"/>
              </a:defRPr>
            </a:pPr>
            <a:r>
              <a:t>Game Design &amp; Art: [Your Name]</a:t>
            </a:r>
            <a:br/>
            <a:r>
              <a:t>Music &amp; Sound: [Credit if any]</a:t>
            </a:r>
            <a:br/>
            <a:r>
              <a:t>Special Thanks: JumpPack Mentors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8C00"/>
                </a:solidFill>
                <a:latin typeface="Comic Sans MS"/>
              </a:defRPr>
            </a:pPr>
            <a:r>
              <a:t>@WeirdDemonGames | [website or itch.io link]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  <a:latin typeface="Comic Sans MS"/>
              </a:defRPr>
            </a:pPr>
            <a:r>
              <a:t>Thanks for Playing!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2878C8"/>
                </a:solidFill>
                <a:latin typeface="Comic Sans MS"/>
              </a:defRPr>
            </a:pPr>
            <a:r>
              <a:t>Created for Cause Jam &amp; JumpPack Incubator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>
                <a:solidFill>
                  <a:srgbClr val="2878C8"/>
                </a:solidFill>
                <a:latin typeface="Comic Sans MS"/>
              </a:defRPr>
            </a:pPr>
            <a:r>
              <a:t>Game Design &amp; Art: [Your Name]</a:t>
            </a:r>
            <a:br/>
            <a:r>
              <a:t>Music &amp; Sound: [Credit if any]</a:t>
            </a:r>
            <a:br/>
            <a:r>
              <a:t>Special Thanks: JumpPack Mentors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8C00"/>
                </a:solidFill>
                <a:latin typeface="Comic Sans MS"/>
              </a:defRPr>
            </a:pPr>
            <a:r>
              <a:t>@WeirdDemonGames | [website or itch.io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